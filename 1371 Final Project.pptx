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4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5.xml" ContentType="application/vnd.openxmlformats-officedocument.presentationml.notesSlide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notesSlides/notesSlide6.xml" ContentType="application/vnd.openxmlformats-officedocument.presentationml.notesSlide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9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notesSlides/notesSlide10.xml" ContentType="application/vnd.openxmlformats-officedocument.presentationml.notesSlide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notesSlides/notesSlide11.xml" ContentType="application/vnd.openxmlformats-officedocument.presentationml.notesSlide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"/>
  </p:notesMasterIdLst>
  <p:sldIdLst>
    <p:sldId id="256" r:id="rId2"/>
    <p:sldId id="257" r:id="rId3"/>
    <p:sldId id="258" r:id="rId4"/>
    <p:sldId id="260" r:id="rId5"/>
    <p:sldId id="261" r:id="rId6"/>
    <p:sldId id="278" r:id="rId7"/>
    <p:sldId id="262" r:id="rId8"/>
    <p:sldId id="268" r:id="rId9"/>
    <p:sldId id="264" r:id="rId10"/>
    <p:sldId id="265" r:id="rId11"/>
    <p:sldId id="266" r:id="rId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304278D-1464-49EE-8EEC-DDC51373E01D}" v="301" dt="2026-05-05T23:06:25.632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75000" autoAdjust="0"/>
  </p:normalViewPr>
  <p:slideViewPr>
    <p:cSldViewPr snapToGrid="0">
      <p:cViewPr>
        <p:scale>
          <a:sx n="40" d="100"/>
          <a:sy n="40" d="100"/>
        </p:scale>
        <p:origin x="39" y="19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18" Type="http://schemas.microsoft.com/office/2016/11/relationships/changesInfo" Target="changesInfos/changesInfo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enae Faith Liong" userId="afb468b0d6d6837c" providerId="LiveId" clId="{4156A710-6BFE-4FA8-8C2F-6A6B4211C5CE}"/>
    <pc:docChg chg="undo custSel addSld delSld modSld sldOrd">
      <pc:chgData name="Denae Faith Liong" userId="afb468b0d6d6837c" providerId="LiveId" clId="{4156A710-6BFE-4FA8-8C2F-6A6B4211C5CE}" dt="2026-05-05T23:06:37.542" v="1450" actId="20577"/>
      <pc:docMkLst>
        <pc:docMk/>
      </pc:docMkLst>
      <pc:sldChg chg="addSp delSp modSp add mod setBg delDesignElem">
        <pc:chgData name="Denae Faith Liong" userId="afb468b0d6d6837c" providerId="LiveId" clId="{4156A710-6BFE-4FA8-8C2F-6A6B4211C5CE}" dt="2026-05-05T19:36:32.315" v="1186" actId="2711"/>
        <pc:sldMkLst>
          <pc:docMk/>
          <pc:sldMk cId="718104325" sldId="256"/>
        </pc:sldMkLst>
        <pc:spChg chg="mod">
          <ac:chgData name="Denae Faith Liong" userId="afb468b0d6d6837c" providerId="LiveId" clId="{4156A710-6BFE-4FA8-8C2F-6A6B4211C5CE}" dt="2026-05-05T19:36:32.315" v="1186" actId="2711"/>
          <ac:spMkLst>
            <pc:docMk/>
            <pc:sldMk cId="718104325" sldId="256"/>
            <ac:spMk id="2" creationId="{59B65241-CEA4-3A09-651E-563F2CBCEA59}"/>
          </ac:spMkLst>
        </pc:spChg>
        <pc:spChg chg="mod">
          <ac:chgData name="Denae Faith Liong" userId="afb468b0d6d6837c" providerId="LiveId" clId="{4156A710-6BFE-4FA8-8C2F-6A6B4211C5CE}" dt="2026-05-05T19:36:32.315" v="1186" actId="2711"/>
          <ac:spMkLst>
            <pc:docMk/>
            <pc:sldMk cId="718104325" sldId="256"/>
            <ac:spMk id="3" creationId="{E7EFA4C4-12E5-36D5-56A0-E0E33C5226F9}"/>
          </ac:spMkLst>
        </pc:spChg>
        <pc:spChg chg="add">
          <ac:chgData name="Denae Faith Liong" userId="afb468b0d6d6837c" providerId="LiveId" clId="{4156A710-6BFE-4FA8-8C2F-6A6B4211C5CE}" dt="2026-05-01T20:56:50.475" v="279" actId="26606"/>
          <ac:spMkLst>
            <pc:docMk/>
            <pc:sldMk cId="718104325" sldId="256"/>
            <ac:spMk id="23" creationId="{27427488-068E-4B55-AC8D-CD070B8CD46D}"/>
          </ac:spMkLst>
        </pc:spChg>
        <pc:spChg chg="mod">
          <ac:chgData name="Denae Faith Liong" userId="afb468b0d6d6837c" providerId="LiveId" clId="{4156A710-6BFE-4FA8-8C2F-6A6B4211C5CE}" dt="2026-05-05T19:36:32.315" v="1186" actId="2711"/>
          <ac:spMkLst>
            <pc:docMk/>
            <pc:sldMk cId="718104325" sldId="256"/>
            <ac:spMk id="26" creationId="{13BD7D54-1B49-4AE3-89F2-EA4811619C3B}"/>
          </ac:spMkLst>
        </pc:spChg>
        <pc:spChg chg="mod">
          <ac:chgData name="Denae Faith Liong" userId="afb468b0d6d6837c" providerId="LiveId" clId="{4156A710-6BFE-4FA8-8C2F-6A6B4211C5CE}" dt="2026-05-05T19:36:32.315" v="1186" actId="2711"/>
          <ac:spMkLst>
            <pc:docMk/>
            <pc:sldMk cId="718104325" sldId="256"/>
            <ac:spMk id="27" creationId="{D1BD4E27-98FF-430B-A77B-3BF03B542084}"/>
          </ac:spMkLst>
        </pc:spChg>
        <pc:spChg chg="add">
          <ac:chgData name="Denae Faith Liong" userId="afb468b0d6d6837c" providerId="LiveId" clId="{4156A710-6BFE-4FA8-8C2F-6A6B4211C5CE}" dt="2026-05-01T20:56:50.475" v="279" actId="26606"/>
          <ac:spMkLst>
            <pc:docMk/>
            <pc:sldMk cId="718104325" sldId="256"/>
            <ac:spMk id="29" creationId="{7E13C525-8EE3-4288-848F-C9B2A174F22B}"/>
          </ac:spMkLst>
        </pc:spChg>
        <pc:spChg chg="add">
          <ac:chgData name="Denae Faith Liong" userId="afb468b0d6d6837c" providerId="LiveId" clId="{4156A710-6BFE-4FA8-8C2F-6A6B4211C5CE}" dt="2026-05-01T20:56:50.475" v="279" actId="26606"/>
          <ac:spMkLst>
            <pc:docMk/>
            <pc:sldMk cId="718104325" sldId="256"/>
            <ac:spMk id="31" creationId="{A20AF199-99C2-4569-9CAF-24514AE5E82A}"/>
          </ac:spMkLst>
        </pc:spChg>
        <pc:picChg chg="mod">
          <ac:chgData name="Denae Faith Liong" userId="afb468b0d6d6837c" providerId="LiveId" clId="{4156A710-6BFE-4FA8-8C2F-6A6B4211C5CE}" dt="2026-05-01T20:56:50.475" v="279" actId="26606"/>
          <ac:picMkLst>
            <pc:docMk/>
            <pc:sldMk cId="718104325" sldId="256"/>
            <ac:picMk id="7" creationId="{8E4390C0-E180-8714-8026-D044D8A0CC1D}"/>
          </ac:picMkLst>
        </pc:picChg>
      </pc:sldChg>
      <pc:sldChg chg="addSp delSp modSp add mod setBg delDesignElem modNotesTx">
        <pc:chgData name="Denae Faith Liong" userId="afb468b0d6d6837c" providerId="LiveId" clId="{4156A710-6BFE-4FA8-8C2F-6A6B4211C5CE}" dt="2026-05-05T23:06:37.542" v="1450" actId="20577"/>
        <pc:sldMkLst>
          <pc:docMk/>
          <pc:sldMk cId="3123329741" sldId="257"/>
        </pc:sldMkLst>
        <pc:spChg chg="add del mod">
          <ac:chgData name="Denae Faith Liong" userId="afb468b0d6d6837c" providerId="LiveId" clId="{4156A710-6BFE-4FA8-8C2F-6A6B4211C5CE}" dt="2026-05-04T20:01:10.606" v="354" actId="26606"/>
          <ac:spMkLst>
            <pc:docMk/>
            <pc:sldMk cId="3123329741" sldId="257"/>
            <ac:spMk id="2" creationId="{8F170BEC-5C72-56CA-B07F-22DD10679020}"/>
          </ac:spMkLst>
        </pc:spChg>
        <pc:spChg chg="mod ord">
          <ac:chgData name="Denae Faith Liong" userId="afb468b0d6d6837c" providerId="LiveId" clId="{4156A710-6BFE-4FA8-8C2F-6A6B4211C5CE}" dt="2026-05-05T19:36:55.825" v="1188" actId="2711"/>
          <ac:spMkLst>
            <pc:docMk/>
            <pc:sldMk cId="3123329741" sldId="257"/>
            <ac:spMk id="3" creationId="{B3A8A96C-FAB7-E81F-971E-EA271063FFF8}"/>
          </ac:spMkLst>
        </pc:spChg>
        <pc:spChg chg="add mod">
          <ac:chgData name="Denae Faith Liong" userId="afb468b0d6d6837c" providerId="LiveId" clId="{4156A710-6BFE-4FA8-8C2F-6A6B4211C5CE}" dt="2026-05-05T19:36:55.825" v="1188" actId="2711"/>
          <ac:spMkLst>
            <pc:docMk/>
            <pc:sldMk cId="3123329741" sldId="257"/>
            <ac:spMk id="10" creationId="{F8E290EA-03F6-D69C-AA87-656EAD544755}"/>
          </ac:spMkLst>
        </pc:spChg>
        <pc:spChg chg="add mod">
          <ac:chgData name="Denae Faith Liong" userId="afb468b0d6d6837c" providerId="LiveId" clId="{4156A710-6BFE-4FA8-8C2F-6A6B4211C5CE}" dt="2026-05-05T19:36:55.825" v="1188" actId="2711"/>
          <ac:spMkLst>
            <pc:docMk/>
            <pc:sldMk cId="3123329741" sldId="257"/>
            <ac:spMk id="14" creationId="{5C8908E2-EE49-44D2-9428-A28D2312A8D5}"/>
          </ac:spMkLst>
        </pc:spChg>
        <pc:spChg chg="add mod">
          <ac:chgData name="Denae Faith Liong" userId="afb468b0d6d6837c" providerId="LiveId" clId="{4156A710-6BFE-4FA8-8C2F-6A6B4211C5CE}" dt="2026-05-05T19:36:55.825" v="1188" actId="2711"/>
          <ac:spMkLst>
            <pc:docMk/>
            <pc:sldMk cId="3123329741" sldId="257"/>
            <ac:spMk id="21" creationId="{BD92035A-AA2F-4CD8-A556-1CE8BDEC75BD}"/>
          </ac:spMkLst>
        </pc:spChg>
        <pc:spChg chg="add mod">
          <ac:chgData name="Denae Faith Liong" userId="afb468b0d6d6837c" providerId="LiveId" clId="{4156A710-6BFE-4FA8-8C2F-6A6B4211C5CE}" dt="2026-05-05T19:36:55.825" v="1188" actId="2711"/>
          <ac:spMkLst>
            <pc:docMk/>
            <pc:sldMk cId="3123329741" sldId="257"/>
            <ac:spMk id="23" creationId="{ED888B23-07FA-482A-96DF-47E31AF1A603}"/>
          </ac:spMkLst>
        </pc:spChg>
        <pc:grpChg chg="add mod">
          <ac:chgData name="Denae Faith Liong" userId="afb468b0d6d6837c" providerId="LiveId" clId="{4156A710-6BFE-4FA8-8C2F-6A6B4211C5CE}" dt="2026-05-05T19:36:55.825" v="1188" actId="2711"/>
          <ac:grpSpMkLst>
            <pc:docMk/>
            <pc:sldMk cId="3123329741" sldId="257"/>
            <ac:grpSpMk id="17" creationId="{5D1A9D8B-3117-4D9D-BDA4-DD81895098B0}"/>
          </ac:grpSpMkLst>
        </pc:grpChg>
        <pc:graphicFrameChg chg="add del">
          <ac:chgData name="Denae Faith Liong" userId="afb468b0d6d6837c" providerId="LiveId" clId="{4156A710-6BFE-4FA8-8C2F-6A6B4211C5CE}" dt="2026-05-04T20:00:47.831" v="341" actId="26606"/>
          <ac:graphicFrameMkLst>
            <pc:docMk/>
            <pc:sldMk cId="3123329741" sldId="257"/>
            <ac:graphicFrameMk id="25" creationId="{23754DA7-BFB4-4685-36A0-A18AEDD01FCB}"/>
          </ac:graphicFrameMkLst>
        </pc:graphicFrameChg>
        <pc:graphicFrameChg chg="add del">
          <ac:chgData name="Denae Faith Liong" userId="afb468b0d6d6837c" providerId="LiveId" clId="{4156A710-6BFE-4FA8-8C2F-6A6B4211C5CE}" dt="2026-05-04T20:00:51.981" v="343" actId="26606"/>
          <ac:graphicFrameMkLst>
            <pc:docMk/>
            <pc:sldMk cId="3123329741" sldId="257"/>
            <ac:graphicFrameMk id="27" creationId="{0F968126-BFB4-2A7C-2164-FD21301427A7}"/>
          </ac:graphicFrameMkLst>
        </pc:graphicFrameChg>
        <pc:graphicFrameChg chg="add del">
          <ac:chgData name="Denae Faith Liong" userId="afb468b0d6d6837c" providerId="LiveId" clId="{4156A710-6BFE-4FA8-8C2F-6A6B4211C5CE}" dt="2026-05-04T20:00:55.109" v="345" actId="26606"/>
          <ac:graphicFrameMkLst>
            <pc:docMk/>
            <pc:sldMk cId="3123329741" sldId="257"/>
            <ac:graphicFrameMk id="29" creationId="{E676CE45-023F-03C0-CCF1-F59CA21EC34E}"/>
          </ac:graphicFrameMkLst>
        </pc:graphicFrameChg>
        <pc:graphicFrameChg chg="add del">
          <ac:chgData name="Denae Faith Liong" userId="afb468b0d6d6837c" providerId="LiveId" clId="{4156A710-6BFE-4FA8-8C2F-6A6B4211C5CE}" dt="2026-05-04T20:00:57.740" v="347" actId="26606"/>
          <ac:graphicFrameMkLst>
            <pc:docMk/>
            <pc:sldMk cId="3123329741" sldId="257"/>
            <ac:graphicFrameMk id="31" creationId="{0F968126-BFB4-2A7C-2164-FD21301427A7}"/>
          </ac:graphicFrameMkLst>
        </pc:graphicFrameChg>
        <pc:graphicFrameChg chg="add del">
          <ac:chgData name="Denae Faith Liong" userId="afb468b0d6d6837c" providerId="LiveId" clId="{4156A710-6BFE-4FA8-8C2F-6A6B4211C5CE}" dt="2026-05-04T20:00:58.773" v="349" actId="26606"/>
          <ac:graphicFrameMkLst>
            <pc:docMk/>
            <pc:sldMk cId="3123329741" sldId="257"/>
            <ac:graphicFrameMk id="33" creationId="{23754DA7-BFB4-4685-36A0-A18AEDD01FCB}"/>
          </ac:graphicFrameMkLst>
        </pc:graphicFrameChg>
        <pc:graphicFrameChg chg="add del">
          <ac:chgData name="Denae Faith Liong" userId="afb468b0d6d6837c" providerId="LiveId" clId="{4156A710-6BFE-4FA8-8C2F-6A6B4211C5CE}" dt="2026-05-04T20:01:00.852" v="351" actId="26606"/>
          <ac:graphicFrameMkLst>
            <pc:docMk/>
            <pc:sldMk cId="3123329741" sldId="257"/>
            <ac:graphicFrameMk id="35" creationId="{0F968126-BFB4-2A7C-2164-FD21301427A7}"/>
          </ac:graphicFrameMkLst>
        </pc:graphicFrameChg>
        <pc:graphicFrameChg chg="add del">
          <ac:chgData name="Denae Faith Liong" userId="afb468b0d6d6837c" providerId="LiveId" clId="{4156A710-6BFE-4FA8-8C2F-6A6B4211C5CE}" dt="2026-05-04T20:01:10.560" v="353" actId="26606"/>
          <ac:graphicFrameMkLst>
            <pc:docMk/>
            <pc:sldMk cId="3123329741" sldId="257"/>
            <ac:graphicFrameMk id="37" creationId="{23754DA7-BFB4-4685-36A0-A18AEDD01FCB}"/>
          </ac:graphicFrameMkLst>
        </pc:graphicFrameChg>
        <pc:graphicFrameChg chg="add mod modGraphic">
          <ac:chgData name="Denae Faith Liong" userId="afb468b0d6d6837c" providerId="LiveId" clId="{4156A710-6BFE-4FA8-8C2F-6A6B4211C5CE}" dt="2026-05-05T23:06:37.542" v="1450" actId="20577"/>
          <ac:graphicFrameMkLst>
            <pc:docMk/>
            <pc:sldMk cId="3123329741" sldId="257"/>
            <ac:graphicFrameMk id="39" creationId="{0F968126-BFB4-2A7C-2164-FD21301427A7}"/>
          </ac:graphicFrameMkLst>
        </pc:graphicFrameChg>
      </pc:sldChg>
      <pc:sldChg chg="addSp delSp modSp add mod setBg delDesignElem modNotesTx">
        <pc:chgData name="Denae Faith Liong" userId="afb468b0d6d6837c" providerId="LiveId" clId="{4156A710-6BFE-4FA8-8C2F-6A6B4211C5CE}" dt="2026-05-05T19:50:40.580" v="1200" actId="20577"/>
        <pc:sldMkLst>
          <pc:docMk/>
          <pc:sldMk cId="2188269474" sldId="258"/>
        </pc:sldMkLst>
        <pc:spChg chg="add del mod">
          <ac:chgData name="Denae Faith Liong" userId="afb468b0d6d6837c" providerId="LiveId" clId="{4156A710-6BFE-4FA8-8C2F-6A6B4211C5CE}" dt="2026-05-04T20:13:47.168" v="358"/>
          <ac:spMkLst>
            <pc:docMk/>
            <pc:sldMk cId="2188269474" sldId="258"/>
            <ac:spMk id="2" creationId="{C497D9E2-9FCA-355C-B728-BE2CA3B4FC9D}"/>
          </ac:spMkLst>
        </pc:spChg>
        <pc:spChg chg="add mod">
          <ac:chgData name="Denae Faith Liong" userId="afb468b0d6d6837c" providerId="LiveId" clId="{4156A710-6BFE-4FA8-8C2F-6A6B4211C5CE}" dt="2026-05-05T19:45:34.142" v="1195" actId="14100"/>
          <ac:spMkLst>
            <pc:docMk/>
            <pc:sldMk cId="2188269474" sldId="258"/>
            <ac:spMk id="3" creationId="{97605BBB-61F0-D40A-BF1B-C7E46B6105FA}"/>
          </ac:spMkLst>
        </pc:spChg>
        <pc:spChg chg="add del mod">
          <ac:chgData name="Denae Faith Liong" userId="afb468b0d6d6837c" providerId="LiveId" clId="{4156A710-6BFE-4FA8-8C2F-6A6B4211C5CE}" dt="2026-05-04T21:18:19.284" v="384" actId="26606"/>
          <ac:spMkLst>
            <pc:docMk/>
            <pc:sldMk cId="2188269474" sldId="258"/>
            <ac:spMk id="4" creationId="{F4C554E3-356D-45A2-8CC2-E3C4DC7473AE}"/>
          </ac:spMkLst>
        </pc:spChg>
        <pc:spChg chg="mod">
          <ac:chgData name="Denae Faith Liong" userId="afb468b0d6d6837c" providerId="LiveId" clId="{4156A710-6BFE-4FA8-8C2F-6A6B4211C5CE}" dt="2026-05-05T19:37:14.622" v="1190" actId="2711"/>
          <ac:spMkLst>
            <pc:docMk/>
            <pc:sldMk cId="2188269474" sldId="258"/>
            <ac:spMk id="38" creationId="{841D54AE-04A6-FF81-4BFD-99F234267020}"/>
          </ac:spMkLst>
        </pc:spChg>
        <pc:spChg chg="del mod">
          <ac:chgData name="Denae Faith Liong" userId="afb468b0d6d6837c" providerId="LiveId" clId="{4156A710-6BFE-4FA8-8C2F-6A6B4211C5CE}" dt="2026-05-04T20:13:37.353" v="355" actId="21"/>
          <ac:spMkLst>
            <pc:docMk/>
            <pc:sldMk cId="2188269474" sldId="258"/>
            <ac:spMk id="39" creationId="{0DB99970-33B5-2657-8C76-8E13A140DCC4}"/>
          </ac:spMkLst>
        </pc:spChg>
        <pc:spChg chg="add mod">
          <ac:chgData name="Denae Faith Liong" userId="afb468b0d6d6837c" providerId="LiveId" clId="{4156A710-6BFE-4FA8-8C2F-6A6B4211C5CE}" dt="2026-05-05T19:37:14.622" v="1190" actId="2711"/>
          <ac:spMkLst>
            <pc:docMk/>
            <pc:sldMk cId="2188269474" sldId="258"/>
            <ac:spMk id="41" creationId="{5C8908E2-EE49-44D2-9428-A28D2312A8D5}"/>
          </ac:spMkLst>
        </pc:spChg>
        <pc:spChg chg="add mod">
          <ac:chgData name="Denae Faith Liong" userId="afb468b0d6d6837c" providerId="LiveId" clId="{4156A710-6BFE-4FA8-8C2F-6A6B4211C5CE}" dt="2026-05-05T19:37:14.622" v="1190" actId="2711"/>
          <ac:spMkLst>
            <pc:docMk/>
            <pc:sldMk cId="2188269474" sldId="258"/>
            <ac:spMk id="50" creationId="{BD92035A-AA2F-4CD8-A556-1CE8BDEC75BD}"/>
          </ac:spMkLst>
        </pc:spChg>
        <pc:spChg chg="add mod">
          <ac:chgData name="Denae Faith Liong" userId="afb468b0d6d6837c" providerId="LiveId" clId="{4156A710-6BFE-4FA8-8C2F-6A6B4211C5CE}" dt="2026-05-05T19:37:14.622" v="1190" actId="2711"/>
          <ac:spMkLst>
            <pc:docMk/>
            <pc:sldMk cId="2188269474" sldId="258"/>
            <ac:spMk id="52" creationId="{ED888B23-07FA-482A-96DF-47E31AF1A603}"/>
          </ac:spMkLst>
        </pc:spChg>
        <pc:grpChg chg="add mod">
          <ac:chgData name="Denae Faith Liong" userId="afb468b0d6d6837c" providerId="LiveId" clId="{4156A710-6BFE-4FA8-8C2F-6A6B4211C5CE}" dt="2026-05-05T19:37:14.622" v="1190" actId="2711"/>
          <ac:grpSpMkLst>
            <pc:docMk/>
            <pc:sldMk cId="2188269474" sldId="258"/>
            <ac:grpSpMk id="42" creationId="{5D1A9D8B-3117-4D9D-BDA4-DD81895098B0}"/>
          </ac:grpSpMkLst>
        </pc:grpChg>
        <pc:graphicFrameChg chg="add mod modGraphic">
          <ac:chgData name="Denae Faith Liong" userId="afb468b0d6d6837c" providerId="LiveId" clId="{4156A710-6BFE-4FA8-8C2F-6A6B4211C5CE}" dt="2026-05-05T19:50:40.580" v="1200" actId="20577"/>
          <ac:graphicFrameMkLst>
            <pc:docMk/>
            <pc:sldMk cId="2188269474" sldId="258"/>
            <ac:graphicFrameMk id="54" creationId="{722DA0EE-8016-98CD-2029-FC755FB8834F}"/>
          </ac:graphicFrameMkLst>
        </pc:graphicFrameChg>
        <pc:picChg chg="add mod">
          <ac:chgData name="Denae Faith Liong" userId="afb468b0d6d6837c" providerId="LiveId" clId="{4156A710-6BFE-4FA8-8C2F-6A6B4211C5CE}" dt="2026-05-05T19:37:14.622" v="1190" actId="2711"/>
          <ac:picMkLst>
            <pc:docMk/>
            <pc:sldMk cId="2188269474" sldId="258"/>
            <ac:picMk id="5" creationId="{61DDFEDF-846F-E575-0934-99C1157ED5BB}"/>
          </ac:picMkLst>
        </pc:picChg>
      </pc:sldChg>
      <pc:sldChg chg="addSp delSp modSp add del mod setBg delDesignElem">
        <pc:chgData name="Denae Faith Liong" userId="afb468b0d6d6837c" providerId="LiveId" clId="{4156A710-6BFE-4FA8-8C2F-6A6B4211C5CE}" dt="2026-05-04T21:17:51.884" v="383" actId="2696"/>
        <pc:sldMkLst>
          <pc:docMk/>
          <pc:sldMk cId="1947082488" sldId="259"/>
        </pc:sldMkLst>
      </pc:sldChg>
      <pc:sldChg chg="addSp delSp modSp add mod setBg delDesignElem modNotesTx">
        <pc:chgData name="Denae Faith Liong" userId="afb468b0d6d6837c" providerId="LiveId" clId="{4156A710-6BFE-4FA8-8C2F-6A6B4211C5CE}" dt="2026-05-05T20:30:39.775" v="1217" actId="255"/>
        <pc:sldMkLst>
          <pc:docMk/>
          <pc:sldMk cId="3713895131" sldId="260"/>
        </pc:sldMkLst>
        <pc:spChg chg="add del mod">
          <ac:chgData name="Denae Faith Liong" userId="afb468b0d6d6837c" providerId="LiveId" clId="{4156A710-6BFE-4FA8-8C2F-6A6B4211C5CE}" dt="2026-05-04T23:20:40.359" v="520"/>
          <ac:spMkLst>
            <pc:docMk/>
            <pc:sldMk cId="3713895131" sldId="260"/>
            <ac:spMk id="3" creationId="{65E87B74-B5B2-FC47-3C5F-345B7E11B41E}"/>
          </ac:spMkLst>
        </pc:spChg>
        <pc:spChg chg="add del mod">
          <ac:chgData name="Denae Faith Liong" userId="afb468b0d6d6837c" providerId="LiveId" clId="{4156A710-6BFE-4FA8-8C2F-6A6B4211C5CE}" dt="2026-05-04T23:23:30.057" v="545" actId="26606"/>
          <ac:spMkLst>
            <pc:docMk/>
            <pc:sldMk cId="3713895131" sldId="260"/>
            <ac:spMk id="4" creationId="{5097DB1F-71CB-52BB-22B0-751514D87A86}"/>
          </ac:spMkLst>
        </pc:spChg>
        <pc:spChg chg="add del">
          <ac:chgData name="Denae Faith Liong" userId="afb468b0d6d6837c" providerId="LiveId" clId="{4156A710-6BFE-4FA8-8C2F-6A6B4211C5CE}" dt="2026-05-04T23:24:54.346" v="555" actId="22"/>
          <ac:spMkLst>
            <pc:docMk/>
            <pc:sldMk cId="3713895131" sldId="260"/>
            <ac:spMk id="6" creationId="{27F980D4-6DBB-0D7E-4F07-DA4C4A52268F}"/>
          </ac:spMkLst>
        </pc:spChg>
        <pc:spChg chg="mod">
          <ac:chgData name="Denae Faith Liong" userId="afb468b0d6d6837c" providerId="LiveId" clId="{4156A710-6BFE-4FA8-8C2F-6A6B4211C5CE}" dt="2026-05-05T19:59:09.099" v="1201" actId="2711"/>
          <ac:spMkLst>
            <pc:docMk/>
            <pc:sldMk cId="3713895131" sldId="260"/>
            <ac:spMk id="30" creationId="{213504EF-EA8A-DAE2-EEE7-7D027AB023FB}"/>
          </ac:spMkLst>
        </pc:spChg>
        <pc:spChg chg="mod">
          <ac:chgData name="Denae Faith Liong" userId="afb468b0d6d6837c" providerId="LiveId" clId="{4156A710-6BFE-4FA8-8C2F-6A6B4211C5CE}" dt="2026-05-05T20:02:24.417" v="1209" actId="14100"/>
          <ac:spMkLst>
            <pc:docMk/>
            <pc:sldMk cId="3713895131" sldId="260"/>
            <ac:spMk id="31" creationId="{9A2DCBE8-017B-0F2B-450A-DBEAA9109336}"/>
          </ac:spMkLst>
        </pc:spChg>
        <pc:spChg chg="add del">
          <ac:chgData name="Denae Faith Liong" userId="afb468b0d6d6837c" providerId="LiveId" clId="{4156A710-6BFE-4FA8-8C2F-6A6B4211C5CE}" dt="2026-05-04T23:23:30.057" v="545" actId="26606"/>
          <ac:spMkLst>
            <pc:docMk/>
            <pc:sldMk cId="3713895131" sldId="260"/>
            <ac:spMk id="37" creationId="{5C8908E2-EE49-44D2-9428-A28D2312A8D5}"/>
          </ac:spMkLst>
        </pc:spChg>
        <pc:spChg chg="add del">
          <ac:chgData name="Denae Faith Liong" userId="afb468b0d6d6837c" providerId="LiveId" clId="{4156A710-6BFE-4FA8-8C2F-6A6B4211C5CE}" dt="2026-05-04T23:23:30.057" v="545" actId="26606"/>
          <ac:spMkLst>
            <pc:docMk/>
            <pc:sldMk cId="3713895131" sldId="260"/>
            <ac:spMk id="42" creationId="{BD92035A-AA2F-4CD8-A556-1CE8BDEC75BD}"/>
          </ac:spMkLst>
        </pc:spChg>
        <pc:spChg chg="add del">
          <ac:chgData name="Denae Faith Liong" userId="afb468b0d6d6837c" providerId="LiveId" clId="{4156A710-6BFE-4FA8-8C2F-6A6B4211C5CE}" dt="2026-05-04T23:23:30.057" v="545" actId="26606"/>
          <ac:spMkLst>
            <pc:docMk/>
            <pc:sldMk cId="3713895131" sldId="260"/>
            <ac:spMk id="44" creationId="{ED888B23-07FA-482A-96DF-47E31AF1A603}"/>
          </ac:spMkLst>
        </pc:spChg>
        <pc:spChg chg="add del">
          <ac:chgData name="Denae Faith Liong" userId="afb468b0d6d6837c" providerId="LiveId" clId="{4156A710-6BFE-4FA8-8C2F-6A6B4211C5CE}" dt="2026-05-04T23:23:29.308" v="544" actId="26606"/>
          <ac:spMkLst>
            <pc:docMk/>
            <pc:sldMk cId="3713895131" sldId="260"/>
            <ac:spMk id="50" creationId="{5C8908E2-EE49-44D2-9428-A28D2312A8D5}"/>
          </ac:spMkLst>
        </pc:spChg>
        <pc:spChg chg="add del">
          <ac:chgData name="Denae Faith Liong" userId="afb468b0d6d6837c" providerId="LiveId" clId="{4156A710-6BFE-4FA8-8C2F-6A6B4211C5CE}" dt="2026-05-04T23:23:29.308" v="544" actId="26606"/>
          <ac:spMkLst>
            <pc:docMk/>
            <pc:sldMk cId="3713895131" sldId="260"/>
            <ac:spMk id="56" creationId="{7449A6C7-D15F-4AA5-BFA5-71A404B47016}"/>
          </ac:spMkLst>
        </pc:spChg>
        <pc:spChg chg="add del">
          <ac:chgData name="Denae Faith Liong" userId="afb468b0d6d6837c" providerId="LiveId" clId="{4156A710-6BFE-4FA8-8C2F-6A6B4211C5CE}" dt="2026-05-04T23:23:29.308" v="544" actId="26606"/>
          <ac:spMkLst>
            <pc:docMk/>
            <pc:sldMk cId="3713895131" sldId="260"/>
            <ac:spMk id="58" creationId="{ED888B23-07FA-482A-96DF-47E31AF1A603}"/>
          </ac:spMkLst>
        </pc:spChg>
        <pc:spChg chg="add mod">
          <ac:chgData name="Denae Faith Liong" userId="afb468b0d6d6837c" providerId="LiveId" clId="{4156A710-6BFE-4FA8-8C2F-6A6B4211C5CE}" dt="2026-05-05T19:59:09.099" v="1201" actId="2711"/>
          <ac:spMkLst>
            <pc:docMk/>
            <pc:sldMk cId="3713895131" sldId="260"/>
            <ac:spMk id="60" creationId="{5C8908E2-EE49-44D2-9428-A28D2312A8D5}"/>
          </ac:spMkLst>
        </pc:spChg>
        <pc:spChg chg="add mod">
          <ac:chgData name="Denae Faith Liong" userId="afb468b0d6d6837c" providerId="LiveId" clId="{4156A710-6BFE-4FA8-8C2F-6A6B4211C5CE}" dt="2026-05-05T19:59:09.099" v="1201" actId="2711"/>
          <ac:spMkLst>
            <pc:docMk/>
            <pc:sldMk cId="3713895131" sldId="260"/>
            <ac:spMk id="64" creationId="{BD92035A-AA2F-4CD8-A556-1CE8BDEC75BD}"/>
          </ac:spMkLst>
        </pc:spChg>
        <pc:spChg chg="add mod">
          <ac:chgData name="Denae Faith Liong" userId="afb468b0d6d6837c" providerId="LiveId" clId="{4156A710-6BFE-4FA8-8C2F-6A6B4211C5CE}" dt="2026-05-05T19:59:09.099" v="1201" actId="2711"/>
          <ac:spMkLst>
            <pc:docMk/>
            <pc:sldMk cId="3713895131" sldId="260"/>
            <ac:spMk id="65" creationId="{ED888B23-07FA-482A-96DF-47E31AF1A603}"/>
          </ac:spMkLst>
        </pc:spChg>
        <pc:grpChg chg="add del">
          <ac:chgData name="Denae Faith Liong" userId="afb468b0d6d6837c" providerId="LiveId" clId="{4156A710-6BFE-4FA8-8C2F-6A6B4211C5CE}" dt="2026-05-04T23:23:30.057" v="545" actId="26606"/>
          <ac:grpSpMkLst>
            <pc:docMk/>
            <pc:sldMk cId="3713895131" sldId="260"/>
            <ac:grpSpMk id="38" creationId="{5D1A9D8B-3117-4D9D-BDA4-DD81895098B0}"/>
          </ac:grpSpMkLst>
        </pc:grpChg>
        <pc:grpChg chg="add mod">
          <ac:chgData name="Denae Faith Liong" userId="afb468b0d6d6837c" providerId="LiveId" clId="{4156A710-6BFE-4FA8-8C2F-6A6B4211C5CE}" dt="2026-05-05T19:59:09.099" v="1201" actId="2711"/>
          <ac:grpSpMkLst>
            <pc:docMk/>
            <pc:sldMk cId="3713895131" sldId="260"/>
            <ac:grpSpMk id="61" creationId="{5D1A9D8B-3117-4D9D-BDA4-DD81895098B0}"/>
          </ac:grpSpMkLst>
        </pc:grpChg>
        <pc:graphicFrameChg chg="add del">
          <ac:chgData name="Denae Faith Liong" userId="afb468b0d6d6837c" providerId="LiveId" clId="{4156A710-6BFE-4FA8-8C2F-6A6B4211C5CE}" dt="2026-05-04T23:23:29.308" v="544" actId="26606"/>
          <ac:graphicFrameMkLst>
            <pc:docMk/>
            <pc:sldMk cId="3713895131" sldId="260"/>
            <ac:graphicFrameMk id="46" creationId="{A1D4739F-F0DC-8819-7048-3F45DA5F707F}"/>
          </ac:graphicFrameMkLst>
        </pc:graphicFrameChg>
        <pc:graphicFrameChg chg="add mod modGraphic">
          <ac:chgData name="Denae Faith Liong" userId="afb468b0d6d6837c" providerId="LiveId" clId="{4156A710-6BFE-4FA8-8C2F-6A6B4211C5CE}" dt="2026-05-05T20:30:39.775" v="1217" actId="255"/>
          <ac:graphicFrameMkLst>
            <pc:docMk/>
            <pc:sldMk cId="3713895131" sldId="260"/>
            <ac:graphicFrameMk id="66" creationId="{0A1ED658-0F92-B39F-2A50-7F03120581D1}"/>
          </ac:graphicFrameMkLst>
        </pc:graphicFrameChg>
        <pc:picChg chg="add del mod">
          <ac:chgData name="Denae Faith Liong" userId="afb468b0d6d6837c" providerId="LiveId" clId="{4156A710-6BFE-4FA8-8C2F-6A6B4211C5CE}" dt="2026-05-04T23:22:45.915" v="541" actId="21"/>
          <ac:picMkLst>
            <pc:docMk/>
            <pc:sldMk cId="3713895131" sldId="260"/>
            <ac:picMk id="2" creationId="{507CC764-4310-73C7-55A3-F562EC9843A4}"/>
          </ac:picMkLst>
        </pc:picChg>
      </pc:sldChg>
      <pc:sldChg chg="addSp delSp modSp add mod setBg delDesignElem modNotesTx">
        <pc:chgData name="Denae Faith Liong" userId="afb468b0d6d6837c" providerId="LiveId" clId="{4156A710-6BFE-4FA8-8C2F-6A6B4211C5CE}" dt="2026-05-05T22:31:00.329" v="1315" actId="26606"/>
        <pc:sldMkLst>
          <pc:docMk/>
          <pc:sldMk cId="1119028458" sldId="261"/>
        </pc:sldMkLst>
        <pc:spChg chg="add del mod">
          <ac:chgData name="Denae Faith Liong" userId="afb468b0d6d6837c" providerId="LiveId" clId="{4156A710-6BFE-4FA8-8C2F-6A6B4211C5CE}" dt="2026-05-04T23:38:12.789" v="617" actId="26606"/>
          <ac:spMkLst>
            <pc:docMk/>
            <pc:sldMk cId="1119028458" sldId="261"/>
            <ac:spMk id="2" creationId="{718C2214-C416-5D1D-A007-EC049B616F35}"/>
          </ac:spMkLst>
        </pc:spChg>
        <pc:spChg chg="mod">
          <ac:chgData name="Denae Faith Liong" userId="afb468b0d6d6837c" providerId="LiveId" clId="{4156A710-6BFE-4FA8-8C2F-6A6B4211C5CE}" dt="2026-05-05T20:40:49.232" v="1220" actId="2711"/>
          <ac:spMkLst>
            <pc:docMk/>
            <pc:sldMk cId="1119028458" sldId="261"/>
            <ac:spMk id="19" creationId="{C0D5F249-27C5-D4BD-054F-6EE73EEAA2FE}"/>
          </ac:spMkLst>
        </pc:spChg>
        <pc:spChg chg="mod">
          <ac:chgData name="Denae Faith Liong" userId="afb468b0d6d6837c" providerId="LiveId" clId="{4156A710-6BFE-4FA8-8C2F-6A6B4211C5CE}" dt="2026-05-05T20:40:49.232" v="1220" actId="2711"/>
          <ac:spMkLst>
            <pc:docMk/>
            <pc:sldMk cId="1119028458" sldId="261"/>
            <ac:spMk id="20" creationId="{C79DC294-0322-D313-8A23-32D98B1264B9}"/>
          </ac:spMkLst>
        </pc:spChg>
        <pc:spChg chg="add mod">
          <ac:chgData name="Denae Faith Liong" userId="afb468b0d6d6837c" providerId="LiveId" clId="{4156A710-6BFE-4FA8-8C2F-6A6B4211C5CE}" dt="2026-05-05T20:40:49.232" v="1220" actId="2711"/>
          <ac:spMkLst>
            <pc:docMk/>
            <pc:sldMk cId="1119028458" sldId="261"/>
            <ac:spMk id="25" creationId="{5C8908E2-EE49-44D2-9428-A28D2312A8D5}"/>
          </ac:spMkLst>
        </pc:spChg>
        <pc:spChg chg="add mod">
          <ac:chgData name="Denae Faith Liong" userId="afb468b0d6d6837c" providerId="LiveId" clId="{4156A710-6BFE-4FA8-8C2F-6A6B4211C5CE}" dt="2026-05-05T20:40:49.232" v="1220" actId="2711"/>
          <ac:spMkLst>
            <pc:docMk/>
            <pc:sldMk cId="1119028458" sldId="261"/>
            <ac:spMk id="31" creationId="{BD92035A-AA2F-4CD8-A556-1CE8BDEC75BD}"/>
          </ac:spMkLst>
        </pc:spChg>
        <pc:spChg chg="add mod">
          <ac:chgData name="Denae Faith Liong" userId="afb468b0d6d6837c" providerId="LiveId" clId="{4156A710-6BFE-4FA8-8C2F-6A6B4211C5CE}" dt="2026-05-05T20:40:49.232" v="1220" actId="2711"/>
          <ac:spMkLst>
            <pc:docMk/>
            <pc:sldMk cId="1119028458" sldId="261"/>
            <ac:spMk id="33" creationId="{ED888B23-07FA-482A-96DF-47E31AF1A603}"/>
          </ac:spMkLst>
        </pc:spChg>
        <pc:grpChg chg="add mod">
          <ac:chgData name="Denae Faith Liong" userId="afb468b0d6d6837c" providerId="LiveId" clId="{4156A710-6BFE-4FA8-8C2F-6A6B4211C5CE}" dt="2026-05-05T20:40:49.232" v="1220" actId="2711"/>
          <ac:grpSpMkLst>
            <pc:docMk/>
            <pc:sldMk cId="1119028458" sldId="261"/>
            <ac:grpSpMk id="27" creationId="{5D1A9D8B-3117-4D9D-BDA4-DD81895098B0}"/>
          </ac:grpSpMkLst>
        </pc:grpChg>
        <pc:graphicFrameChg chg="add del">
          <ac:chgData name="Denae Faith Liong" userId="afb468b0d6d6837c" providerId="LiveId" clId="{4156A710-6BFE-4FA8-8C2F-6A6B4211C5CE}" dt="2026-05-04T23:38:04.058" v="608" actId="26606"/>
          <ac:graphicFrameMkLst>
            <pc:docMk/>
            <pc:sldMk cId="1119028458" sldId="261"/>
            <ac:graphicFrameMk id="35" creationId="{F6671709-0670-9153-CE8F-7AD63B744547}"/>
          </ac:graphicFrameMkLst>
        </pc:graphicFrameChg>
        <pc:graphicFrameChg chg="add del">
          <ac:chgData name="Denae Faith Liong" userId="afb468b0d6d6837c" providerId="LiveId" clId="{4156A710-6BFE-4FA8-8C2F-6A6B4211C5CE}" dt="2026-05-04T23:38:08.133" v="610" actId="26606"/>
          <ac:graphicFrameMkLst>
            <pc:docMk/>
            <pc:sldMk cId="1119028458" sldId="261"/>
            <ac:graphicFrameMk id="37" creationId="{786BAF4B-4477-2BC2-7AC1-616C58401BAE}"/>
          </ac:graphicFrameMkLst>
        </pc:graphicFrameChg>
        <pc:graphicFrameChg chg="add del">
          <ac:chgData name="Denae Faith Liong" userId="afb468b0d6d6837c" providerId="LiveId" clId="{4156A710-6BFE-4FA8-8C2F-6A6B4211C5CE}" dt="2026-05-04T23:38:10.479" v="612" actId="26606"/>
          <ac:graphicFrameMkLst>
            <pc:docMk/>
            <pc:sldMk cId="1119028458" sldId="261"/>
            <ac:graphicFrameMk id="39" creationId="{F6671709-0670-9153-CE8F-7AD63B744547}"/>
          </ac:graphicFrameMkLst>
        </pc:graphicFrameChg>
        <pc:graphicFrameChg chg="add del">
          <ac:chgData name="Denae Faith Liong" userId="afb468b0d6d6837c" providerId="LiveId" clId="{4156A710-6BFE-4FA8-8C2F-6A6B4211C5CE}" dt="2026-05-04T23:38:11.954" v="614" actId="26606"/>
          <ac:graphicFrameMkLst>
            <pc:docMk/>
            <pc:sldMk cId="1119028458" sldId="261"/>
            <ac:graphicFrameMk id="41" creationId="{4CBC85EB-E9C0-8215-DE46-17399286FD80}"/>
          </ac:graphicFrameMkLst>
        </pc:graphicFrameChg>
        <pc:graphicFrameChg chg="add del">
          <ac:chgData name="Denae Faith Liong" userId="afb468b0d6d6837c" providerId="LiveId" clId="{4156A710-6BFE-4FA8-8C2F-6A6B4211C5CE}" dt="2026-05-04T23:38:12.754" v="616" actId="26606"/>
          <ac:graphicFrameMkLst>
            <pc:docMk/>
            <pc:sldMk cId="1119028458" sldId="261"/>
            <ac:graphicFrameMk id="43" creationId="{786BAF4B-4477-2BC2-7AC1-616C58401BAE}"/>
          </ac:graphicFrameMkLst>
        </pc:graphicFrameChg>
        <pc:graphicFrameChg chg="add mod modGraphic">
          <ac:chgData name="Denae Faith Liong" userId="afb468b0d6d6837c" providerId="LiveId" clId="{4156A710-6BFE-4FA8-8C2F-6A6B4211C5CE}" dt="2026-05-05T22:31:00.329" v="1315" actId="26606"/>
          <ac:graphicFrameMkLst>
            <pc:docMk/>
            <pc:sldMk cId="1119028458" sldId="261"/>
            <ac:graphicFrameMk id="45" creationId="{F6671709-0670-9153-CE8F-7AD63B744547}"/>
          </ac:graphicFrameMkLst>
        </pc:graphicFrameChg>
      </pc:sldChg>
      <pc:sldChg chg="addSp delSp modSp add mod setBg delDesignElem modNotesTx">
        <pc:chgData name="Denae Faith Liong" userId="afb468b0d6d6837c" providerId="LiveId" clId="{4156A710-6BFE-4FA8-8C2F-6A6B4211C5CE}" dt="2026-05-05T00:13:32.147" v="690" actId="1076"/>
        <pc:sldMkLst>
          <pc:docMk/>
          <pc:sldMk cId="3391218074" sldId="262"/>
        </pc:sldMkLst>
        <pc:spChg chg="add mod">
          <ac:chgData name="Denae Faith Liong" userId="afb468b0d6d6837c" providerId="LiveId" clId="{4156A710-6BFE-4FA8-8C2F-6A6B4211C5CE}" dt="2026-05-01T20:50:11.042" v="255"/>
          <ac:spMkLst>
            <pc:docMk/>
            <pc:sldMk cId="3391218074" sldId="262"/>
            <ac:spMk id="7" creationId="{1900BF7D-8603-578E-C57E-746B255DB23A}"/>
          </ac:spMkLst>
        </pc:spChg>
        <pc:spChg chg="mod">
          <ac:chgData name="Denae Faith Liong" userId="afb468b0d6d6837c" providerId="LiveId" clId="{4156A710-6BFE-4FA8-8C2F-6A6B4211C5CE}" dt="2026-05-01T20:50:11.042" v="255"/>
          <ac:spMkLst>
            <pc:docMk/>
            <pc:sldMk cId="3391218074" sldId="262"/>
            <ac:spMk id="9" creationId="{A9D66793-DA52-7A7B-F240-04E39DE67382}"/>
          </ac:spMkLst>
        </pc:spChg>
        <pc:spChg chg="mod">
          <ac:chgData name="Denae Faith Liong" userId="afb468b0d6d6837c" providerId="LiveId" clId="{4156A710-6BFE-4FA8-8C2F-6A6B4211C5CE}" dt="2026-05-01T20:50:11.042" v="255"/>
          <ac:spMkLst>
            <pc:docMk/>
            <pc:sldMk cId="3391218074" sldId="262"/>
            <ac:spMk id="10" creationId="{7A4A71FE-AAFA-7F4B-E6D8-62B051D52E62}"/>
          </ac:spMkLst>
        </pc:spChg>
        <pc:spChg chg="add mod">
          <ac:chgData name="Denae Faith Liong" userId="afb468b0d6d6837c" providerId="LiveId" clId="{4156A710-6BFE-4FA8-8C2F-6A6B4211C5CE}" dt="2026-05-01T20:50:11.042" v="255"/>
          <ac:spMkLst>
            <pc:docMk/>
            <pc:sldMk cId="3391218074" sldId="262"/>
            <ac:spMk id="11" creationId="{630210A3-86FE-1F91-F132-6E2D86DFB54C}"/>
          </ac:spMkLst>
        </pc:spChg>
        <pc:spChg chg="add mod">
          <ac:chgData name="Denae Faith Liong" userId="afb468b0d6d6837c" providerId="LiveId" clId="{4156A710-6BFE-4FA8-8C2F-6A6B4211C5CE}" dt="2026-05-01T20:50:11.042" v="255"/>
          <ac:spMkLst>
            <pc:docMk/>
            <pc:sldMk cId="3391218074" sldId="262"/>
            <ac:spMk id="12" creationId="{F8AB90B2-489F-7E33-EBC5-BB2BB62E0ABC}"/>
          </ac:spMkLst>
        </pc:spChg>
        <pc:spChg chg="add mod">
          <ac:chgData name="Denae Faith Liong" userId="afb468b0d6d6837c" providerId="LiveId" clId="{4156A710-6BFE-4FA8-8C2F-6A6B4211C5CE}" dt="2026-05-05T00:13:24.726" v="688" actId="20577"/>
          <ac:spMkLst>
            <pc:docMk/>
            <pc:sldMk cId="3391218074" sldId="262"/>
            <ac:spMk id="13" creationId="{8C558C1D-BA11-3F6A-D7D5-D0DD9D20A153}"/>
          </ac:spMkLst>
        </pc:spChg>
        <pc:spChg chg="add del mod">
          <ac:chgData name="Denae Faith Liong" userId="afb468b0d6d6837c" providerId="LiveId" clId="{4156A710-6BFE-4FA8-8C2F-6A6B4211C5CE}" dt="2026-05-05T00:13:28.752" v="689" actId="21"/>
          <ac:spMkLst>
            <pc:docMk/>
            <pc:sldMk cId="3391218074" sldId="262"/>
            <ac:spMk id="14" creationId="{E2A34D87-A6FB-D910-A27E-0C8F293723D0}"/>
          </ac:spMkLst>
        </pc:spChg>
        <pc:grpChg chg="add mod">
          <ac:chgData name="Denae Faith Liong" userId="afb468b0d6d6837c" providerId="LiveId" clId="{4156A710-6BFE-4FA8-8C2F-6A6B4211C5CE}" dt="2026-05-01T20:50:11.042" v="255"/>
          <ac:grpSpMkLst>
            <pc:docMk/>
            <pc:sldMk cId="3391218074" sldId="262"/>
            <ac:grpSpMk id="8" creationId="{EDE84962-20A2-6973-88C8-590DF2550012}"/>
          </ac:grpSpMkLst>
        </pc:grpChg>
        <pc:picChg chg="add mod">
          <ac:chgData name="Denae Faith Liong" userId="afb468b0d6d6837c" providerId="LiveId" clId="{4156A710-6BFE-4FA8-8C2F-6A6B4211C5CE}" dt="2026-05-05T00:13:32.147" v="690" actId="1076"/>
          <ac:picMkLst>
            <pc:docMk/>
            <pc:sldMk cId="3391218074" sldId="262"/>
            <ac:picMk id="1026" creationId="{4840D8B0-F668-A527-E19D-2C5FD96CC30D}"/>
          </ac:picMkLst>
        </pc:picChg>
      </pc:sldChg>
      <pc:sldChg chg="addSp delSp modSp add del mod setBg delDesignElem modNotesTx">
        <pc:chgData name="Denae Faith Liong" userId="afb468b0d6d6837c" providerId="LiveId" clId="{4156A710-6BFE-4FA8-8C2F-6A6B4211C5CE}" dt="2026-05-05T22:34:38.252" v="1318" actId="2711"/>
        <pc:sldMkLst>
          <pc:docMk/>
          <pc:sldMk cId="857082080" sldId="264"/>
        </pc:sldMkLst>
        <pc:spChg chg="add del mod">
          <ac:chgData name="Denae Faith Liong" userId="afb468b0d6d6837c" providerId="LiveId" clId="{4156A710-6BFE-4FA8-8C2F-6A6B4211C5CE}" dt="2026-05-05T00:50:39.755" v="815" actId="26606"/>
          <ac:spMkLst>
            <pc:docMk/>
            <pc:sldMk cId="857082080" sldId="264"/>
            <ac:spMk id="2" creationId="{901872C1-8EE1-7F67-CAC9-48FC3F623F08}"/>
          </ac:spMkLst>
        </pc:spChg>
        <pc:spChg chg="add mod">
          <ac:chgData name="Denae Faith Liong" userId="afb468b0d6d6837c" providerId="LiveId" clId="{4156A710-6BFE-4FA8-8C2F-6A6B4211C5CE}" dt="2026-05-05T22:34:23.982" v="1317" actId="2711"/>
          <ac:spMkLst>
            <pc:docMk/>
            <pc:sldMk cId="857082080" sldId="264"/>
            <ac:spMk id="6" creationId="{1817E9F6-4D3C-CF20-D942-D35A19AE430B}"/>
          </ac:spMkLst>
        </pc:spChg>
        <pc:spChg chg="mod">
          <ac:chgData name="Denae Faith Liong" userId="afb468b0d6d6837c" providerId="LiveId" clId="{4156A710-6BFE-4FA8-8C2F-6A6B4211C5CE}" dt="2026-05-01T20:55:50.619" v="276"/>
          <ac:spMkLst>
            <pc:docMk/>
            <pc:sldMk cId="857082080" sldId="264"/>
            <ac:spMk id="11" creationId="{06B209C6-1B56-C71A-B923-A7FBCD37D32E}"/>
          </ac:spMkLst>
        </pc:spChg>
        <pc:spChg chg="mod">
          <ac:chgData name="Denae Faith Liong" userId="afb468b0d6d6837c" providerId="LiveId" clId="{4156A710-6BFE-4FA8-8C2F-6A6B4211C5CE}" dt="2026-05-01T20:55:50.619" v="276"/>
          <ac:spMkLst>
            <pc:docMk/>
            <pc:sldMk cId="857082080" sldId="264"/>
            <ac:spMk id="12" creationId="{648BA39B-9DA9-1D37-B436-7CF55C82D450}"/>
          </ac:spMkLst>
        </pc:spChg>
        <pc:spChg chg="add mod">
          <ac:chgData name="Denae Faith Liong" userId="afb468b0d6d6837c" providerId="LiveId" clId="{4156A710-6BFE-4FA8-8C2F-6A6B4211C5CE}" dt="2026-05-05T22:34:23.982" v="1317" actId="2711"/>
          <ac:spMkLst>
            <pc:docMk/>
            <pc:sldMk cId="857082080" sldId="264"/>
            <ac:spMk id="13" creationId="{803BAF36-733A-82D3-7248-4AE8835297AD}"/>
          </ac:spMkLst>
        </pc:spChg>
        <pc:spChg chg="add mod">
          <ac:chgData name="Denae Faith Liong" userId="afb468b0d6d6837c" providerId="LiveId" clId="{4156A710-6BFE-4FA8-8C2F-6A6B4211C5CE}" dt="2026-05-05T22:34:23.982" v="1317" actId="2711"/>
          <ac:spMkLst>
            <pc:docMk/>
            <pc:sldMk cId="857082080" sldId="264"/>
            <ac:spMk id="14" creationId="{AC6162DB-FF07-CB7E-A547-1A01899DDA41}"/>
          </ac:spMkLst>
        </pc:spChg>
        <pc:spChg chg="add mod">
          <ac:chgData name="Denae Faith Liong" userId="afb468b0d6d6837c" providerId="LiveId" clId="{4156A710-6BFE-4FA8-8C2F-6A6B4211C5CE}" dt="2026-05-05T22:34:23.982" v="1317" actId="2711"/>
          <ac:spMkLst>
            <pc:docMk/>
            <pc:sldMk cId="857082080" sldId="264"/>
            <ac:spMk id="15" creationId="{62CECFFE-563D-CD94-0EF0-6B95D1EC71C8}"/>
          </ac:spMkLst>
        </pc:spChg>
        <pc:spChg chg="add mod">
          <ac:chgData name="Denae Faith Liong" userId="afb468b0d6d6837c" providerId="LiveId" clId="{4156A710-6BFE-4FA8-8C2F-6A6B4211C5CE}" dt="2026-05-05T22:34:23.982" v="1317" actId="2711"/>
          <ac:spMkLst>
            <pc:docMk/>
            <pc:sldMk cId="857082080" sldId="264"/>
            <ac:spMk id="16" creationId="{0325658A-480A-C993-614E-7B6FEA95036D}"/>
          </ac:spMkLst>
        </pc:spChg>
        <pc:grpChg chg="add mod">
          <ac:chgData name="Denae Faith Liong" userId="afb468b0d6d6837c" providerId="LiveId" clId="{4156A710-6BFE-4FA8-8C2F-6A6B4211C5CE}" dt="2026-05-05T22:34:23.982" v="1317" actId="2711"/>
          <ac:grpSpMkLst>
            <pc:docMk/>
            <pc:sldMk cId="857082080" sldId="264"/>
            <ac:grpSpMk id="9" creationId="{65F30824-E9F6-700C-4121-37132E4106AF}"/>
          </ac:grpSpMkLst>
        </pc:grpChg>
        <pc:graphicFrameChg chg="add del">
          <ac:chgData name="Denae Faith Liong" userId="afb468b0d6d6837c" providerId="LiveId" clId="{4156A710-6BFE-4FA8-8C2F-6A6B4211C5CE}" dt="2026-05-05T00:50:39.725" v="814" actId="26606"/>
          <ac:graphicFrameMkLst>
            <pc:docMk/>
            <pc:sldMk cId="857082080" sldId="264"/>
            <ac:graphicFrameMk id="18" creationId="{DA1E74D2-9CAB-5C8B-68EF-19A6C5386F7D}"/>
          </ac:graphicFrameMkLst>
        </pc:graphicFrameChg>
        <pc:graphicFrameChg chg="add mod modGraphic">
          <ac:chgData name="Denae Faith Liong" userId="afb468b0d6d6837c" providerId="LiveId" clId="{4156A710-6BFE-4FA8-8C2F-6A6B4211C5CE}" dt="2026-05-05T22:34:38.252" v="1318" actId="2711"/>
          <ac:graphicFrameMkLst>
            <pc:docMk/>
            <pc:sldMk cId="857082080" sldId="264"/>
            <ac:graphicFrameMk id="20" creationId="{4BF090E2-E3CD-7D65-DACC-0F2CFE68BFD2}"/>
          </ac:graphicFrameMkLst>
        </pc:graphicFrameChg>
      </pc:sldChg>
      <pc:sldChg chg="addSp delSp modSp add del mod setBg delDesignElem modNotesTx">
        <pc:chgData name="Denae Faith Liong" userId="afb468b0d6d6837c" providerId="LiveId" clId="{4156A710-6BFE-4FA8-8C2F-6A6B4211C5CE}" dt="2026-05-05T22:58:02.567" v="1350" actId="2711"/>
        <pc:sldMkLst>
          <pc:docMk/>
          <pc:sldMk cId="4029169949" sldId="265"/>
        </pc:sldMkLst>
        <pc:spChg chg="add mod">
          <ac:chgData name="Denae Faith Liong" userId="afb468b0d6d6837c" providerId="LiveId" clId="{4156A710-6BFE-4FA8-8C2F-6A6B4211C5CE}" dt="2026-05-05T22:58:02.567" v="1350" actId="2711"/>
          <ac:spMkLst>
            <pc:docMk/>
            <pc:sldMk cId="4029169949" sldId="265"/>
            <ac:spMk id="2" creationId="{C643E298-9DE7-6A20-6E81-8BCF570B46B3}"/>
          </ac:spMkLst>
        </pc:spChg>
        <pc:spChg chg="add del mod">
          <ac:chgData name="Denae Faith Liong" userId="afb468b0d6d6837c" providerId="LiveId" clId="{4156A710-6BFE-4FA8-8C2F-6A6B4211C5CE}" dt="2026-05-05T22:58:02.567" v="1350" actId="2711"/>
          <ac:spMkLst>
            <pc:docMk/>
            <pc:sldMk cId="4029169949" sldId="265"/>
            <ac:spMk id="18" creationId="{679CA649-79E6-BB08-6167-09F9DB8EA37E}"/>
          </ac:spMkLst>
        </pc:spChg>
        <pc:spChg chg="mod">
          <ac:chgData name="Denae Faith Liong" userId="afb468b0d6d6837c" providerId="LiveId" clId="{4156A710-6BFE-4FA8-8C2F-6A6B4211C5CE}" dt="2026-05-01T20:58:39.689" v="286"/>
          <ac:spMkLst>
            <pc:docMk/>
            <pc:sldMk cId="4029169949" sldId="265"/>
            <ac:spMk id="20" creationId="{F0CFC002-C3F2-6B8D-DFA5-C6980DC08479}"/>
          </ac:spMkLst>
        </pc:spChg>
        <pc:spChg chg="mod">
          <ac:chgData name="Denae Faith Liong" userId="afb468b0d6d6837c" providerId="LiveId" clId="{4156A710-6BFE-4FA8-8C2F-6A6B4211C5CE}" dt="2026-05-01T20:58:39.689" v="286"/>
          <ac:spMkLst>
            <pc:docMk/>
            <pc:sldMk cId="4029169949" sldId="265"/>
            <ac:spMk id="21" creationId="{B889E5D8-C3B9-F883-6F5A-DE0A9B1B947A}"/>
          </ac:spMkLst>
        </pc:spChg>
        <pc:spChg chg="add del mod">
          <ac:chgData name="Denae Faith Liong" userId="afb468b0d6d6837c" providerId="LiveId" clId="{4156A710-6BFE-4FA8-8C2F-6A6B4211C5CE}" dt="2026-05-05T22:58:02.567" v="1350" actId="2711"/>
          <ac:spMkLst>
            <pc:docMk/>
            <pc:sldMk cId="4029169949" sldId="265"/>
            <ac:spMk id="22" creationId="{06B31D2D-2E90-7AFD-700A-5D46BC1F3BE1}"/>
          </ac:spMkLst>
        </pc:spChg>
        <pc:spChg chg="add del mod">
          <ac:chgData name="Denae Faith Liong" userId="afb468b0d6d6837c" providerId="LiveId" clId="{4156A710-6BFE-4FA8-8C2F-6A6B4211C5CE}" dt="2026-05-05T22:58:02.567" v="1350" actId="2711"/>
          <ac:spMkLst>
            <pc:docMk/>
            <pc:sldMk cId="4029169949" sldId="265"/>
            <ac:spMk id="23" creationId="{87BD922F-DB85-47D1-9212-4878EABEC0FC}"/>
          </ac:spMkLst>
        </pc:spChg>
        <pc:spChg chg="add del mod">
          <ac:chgData name="Denae Faith Liong" userId="afb468b0d6d6837c" providerId="LiveId" clId="{4156A710-6BFE-4FA8-8C2F-6A6B4211C5CE}" dt="2026-05-05T18:50:00.239" v="1094" actId="26606"/>
          <ac:spMkLst>
            <pc:docMk/>
            <pc:sldMk cId="4029169949" sldId="265"/>
            <ac:spMk id="27" creationId="{E83F9BCA-D26E-9049-5E53-C19B956ECBEA}"/>
          </ac:spMkLst>
        </pc:spChg>
        <pc:grpChg chg="add del mod">
          <ac:chgData name="Denae Faith Liong" userId="afb468b0d6d6837c" providerId="LiveId" clId="{4156A710-6BFE-4FA8-8C2F-6A6B4211C5CE}" dt="2026-05-05T22:58:02.567" v="1350" actId="2711"/>
          <ac:grpSpMkLst>
            <pc:docMk/>
            <pc:sldMk cId="4029169949" sldId="265"/>
            <ac:grpSpMk id="19" creationId="{4C3778A1-C237-A0FE-783A-B862059FAC8C}"/>
          </ac:grpSpMkLst>
        </pc:grpChg>
        <pc:graphicFrameChg chg="add del">
          <ac:chgData name="Denae Faith Liong" userId="afb468b0d6d6837c" providerId="LiveId" clId="{4156A710-6BFE-4FA8-8C2F-6A6B4211C5CE}" dt="2026-05-05T18:49:58.815" v="1091" actId="26606"/>
          <ac:graphicFrameMkLst>
            <pc:docMk/>
            <pc:sldMk cId="4029169949" sldId="265"/>
            <ac:graphicFrameMk id="29" creationId="{E34BA40F-E23C-8D1D-9BA6-9E7DAB15117D}"/>
          </ac:graphicFrameMkLst>
        </pc:graphicFrameChg>
        <pc:graphicFrameChg chg="add del">
          <ac:chgData name="Denae Faith Liong" userId="afb468b0d6d6837c" providerId="LiveId" clId="{4156A710-6BFE-4FA8-8C2F-6A6B4211C5CE}" dt="2026-05-05T18:50:00.216" v="1093" actId="26606"/>
          <ac:graphicFrameMkLst>
            <pc:docMk/>
            <pc:sldMk cId="4029169949" sldId="265"/>
            <ac:graphicFrameMk id="31" creationId="{7544EA6F-5AB8-4608-647E-552B049B0972}"/>
          </ac:graphicFrameMkLst>
        </pc:graphicFrameChg>
        <pc:graphicFrameChg chg="add mod modGraphic">
          <ac:chgData name="Denae Faith Liong" userId="afb468b0d6d6837c" providerId="LiveId" clId="{4156A710-6BFE-4FA8-8C2F-6A6B4211C5CE}" dt="2026-05-05T22:58:02.567" v="1350" actId="2711"/>
          <ac:graphicFrameMkLst>
            <pc:docMk/>
            <pc:sldMk cId="4029169949" sldId="265"/>
            <ac:graphicFrameMk id="33" creationId="{E34BA40F-E23C-8D1D-9BA6-9E7DAB15117D}"/>
          </ac:graphicFrameMkLst>
        </pc:graphicFrameChg>
        <pc:picChg chg="add del mod">
          <ac:chgData name="Denae Faith Liong" userId="afb468b0d6d6837c" providerId="LiveId" clId="{4156A710-6BFE-4FA8-8C2F-6A6B4211C5CE}" dt="2026-05-05T18:50:07.880" v="1095" actId="21"/>
          <ac:picMkLst>
            <pc:docMk/>
            <pc:sldMk cId="4029169949" sldId="265"/>
            <ac:picMk id="26" creationId="{D8F8D0D8-C975-BEC0-9998-1FFAED0FA70F}"/>
          </ac:picMkLst>
        </pc:picChg>
      </pc:sldChg>
      <pc:sldChg chg="addSp delSp modSp add del mod setBg delDesignElem modNotesTx">
        <pc:chgData name="Denae Faith Liong" userId="afb468b0d6d6837c" providerId="LiveId" clId="{4156A710-6BFE-4FA8-8C2F-6A6B4211C5CE}" dt="2026-05-05T23:01:56.139" v="1360" actId="2711"/>
        <pc:sldMkLst>
          <pc:docMk/>
          <pc:sldMk cId="3693407600" sldId="266"/>
        </pc:sldMkLst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2" creationId="{B4DD6E11-E2FF-CF99-BEEF-E828980B057F}"/>
          </ac:spMkLst>
        </pc:spChg>
        <pc:spChg chg="mod">
          <ac:chgData name="Denae Faith Liong" userId="afb468b0d6d6837c" providerId="LiveId" clId="{4156A710-6BFE-4FA8-8C2F-6A6B4211C5CE}" dt="2026-05-01T21:23:59.305" v="294"/>
          <ac:spMkLst>
            <pc:docMk/>
            <pc:sldMk cId="3693407600" sldId="266"/>
            <ac:spMk id="4" creationId="{40AF6FF3-D216-43F1-7B0D-294D70FA46DC}"/>
          </ac:spMkLst>
        </pc:spChg>
        <pc:spChg chg="mod">
          <ac:chgData name="Denae Faith Liong" userId="afb468b0d6d6837c" providerId="LiveId" clId="{4156A710-6BFE-4FA8-8C2F-6A6B4211C5CE}" dt="2026-05-01T21:23:59.305" v="294"/>
          <ac:spMkLst>
            <pc:docMk/>
            <pc:sldMk cId="3693407600" sldId="266"/>
            <ac:spMk id="5" creationId="{69A82AC0-4158-F4E5-F423-B6C14D5A7D63}"/>
          </ac:spMkLst>
        </pc:spChg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6" creationId="{4C9E36AB-0C14-6528-2360-27FC007E80CE}"/>
          </ac:spMkLst>
        </pc:spChg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7" creationId="{99E276FA-5A47-5003-394C-8C1B58D1CE59}"/>
          </ac:spMkLst>
        </pc:spChg>
        <pc:spChg chg="add del mod">
          <ac:chgData name="Denae Faith Liong" userId="afb468b0d6d6837c" providerId="LiveId" clId="{4156A710-6BFE-4FA8-8C2F-6A6B4211C5CE}" dt="2026-05-05T18:35:42.040" v="1003" actId="26606"/>
          <ac:spMkLst>
            <pc:docMk/>
            <pc:sldMk cId="3693407600" sldId="266"/>
            <ac:spMk id="9" creationId="{E1341536-8E4E-689D-FED9-9B13ECCB41BF}"/>
          </ac:spMkLst>
        </pc:spChg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10" creationId="{B05494C1-7F4B-6901-DC8E-EAC265E98855}"/>
          </ac:spMkLst>
        </pc:spChg>
        <pc:spChg chg="add mod or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11" creationId="{3B4546E4-29D4-0EBF-B7C6-02F0EA590F86}"/>
          </ac:spMkLst>
        </pc:spChg>
        <pc:spChg chg="add del mod or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13" creationId="{2D87B778-17A6-6019-4DA9-9A685945FB57}"/>
          </ac:spMkLst>
        </pc:spChg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14" creationId="{2D87B778-17A6-6019-4DA9-9A685945FB57}"/>
          </ac:spMkLst>
        </pc:spChg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15" creationId="{DBFCBE53-BB5E-083A-7A66-67BC75F74A3D}"/>
          </ac:spMkLst>
        </pc:spChg>
        <pc:spChg chg="add mod">
          <ac:chgData name="Denae Faith Liong" userId="afb468b0d6d6837c" providerId="LiveId" clId="{4156A710-6BFE-4FA8-8C2F-6A6B4211C5CE}" dt="2026-05-05T23:01:56.139" v="1360" actId="2711"/>
          <ac:spMkLst>
            <pc:docMk/>
            <pc:sldMk cId="3693407600" sldId="266"/>
            <ac:spMk id="16" creationId="{8AB7EE55-7325-2EA3-8824-B9A5E0554C6E}"/>
          </ac:spMkLst>
        </pc:spChg>
        <pc:grpChg chg="add mod">
          <ac:chgData name="Denae Faith Liong" userId="afb468b0d6d6837c" providerId="LiveId" clId="{4156A710-6BFE-4FA8-8C2F-6A6B4211C5CE}" dt="2026-05-01T21:23:59.305" v="294"/>
          <ac:grpSpMkLst>
            <pc:docMk/>
            <pc:sldMk cId="3693407600" sldId="266"/>
            <ac:grpSpMk id="3" creationId="{6660DEF6-88FC-7B0E-A602-B236EA66FAB9}"/>
          </ac:grpSpMkLst>
        </pc:grpChg>
        <pc:graphicFrameChg chg="add mod ord modGraphic">
          <ac:chgData name="Denae Faith Liong" userId="afb468b0d6d6837c" providerId="LiveId" clId="{4156A710-6BFE-4FA8-8C2F-6A6B4211C5CE}" dt="2026-05-05T23:01:46.246" v="1359" actId="2711"/>
          <ac:graphicFrameMkLst>
            <pc:docMk/>
            <pc:sldMk cId="3693407600" sldId="266"/>
            <ac:graphicFrameMk id="12" creationId="{5CA63C17-6AD0-CCC7-72B4-E28AEC0F9539}"/>
          </ac:graphicFrameMkLst>
        </pc:graphicFrameChg>
        <pc:picChg chg="add del mod">
          <ac:chgData name="Denae Faith Liong" userId="afb468b0d6d6837c" providerId="LiveId" clId="{4156A710-6BFE-4FA8-8C2F-6A6B4211C5CE}" dt="2026-05-05T23:01:56.139" v="1360" actId="2711"/>
          <ac:picMkLst>
            <pc:docMk/>
            <pc:sldMk cId="3693407600" sldId="266"/>
            <ac:picMk id="8" creationId="{AF9DD715-A846-27E0-50C2-E78CBC2645E4}"/>
          </ac:picMkLst>
        </pc:picChg>
      </pc:sldChg>
      <pc:sldChg chg="addSp delSp modSp add del mod setBg delDesignElem modNotesTx">
        <pc:chgData name="Denae Faith Liong" userId="afb468b0d6d6837c" providerId="LiveId" clId="{4156A710-6BFE-4FA8-8C2F-6A6B4211C5CE}" dt="2026-05-05T22:48:49.359" v="1342" actId="2711"/>
        <pc:sldMkLst>
          <pc:docMk/>
          <pc:sldMk cId="3147341796" sldId="268"/>
        </pc:sldMkLst>
        <pc:spChg chg="add del mod">
          <ac:chgData name="Denae Faith Liong" userId="afb468b0d6d6837c" providerId="LiveId" clId="{4156A710-6BFE-4FA8-8C2F-6A6B4211C5CE}" dt="2026-05-05T00:35:22.672" v="757" actId="26606"/>
          <ac:spMkLst>
            <pc:docMk/>
            <pc:sldMk cId="3147341796" sldId="268"/>
            <ac:spMk id="3" creationId="{E38977AF-FC17-2F0A-DBBF-84BD7069C4B3}"/>
          </ac:spMkLst>
        </pc:spChg>
        <pc:spChg chg="add del mod">
          <ac:chgData name="Denae Faith Liong" userId="afb468b0d6d6837c" providerId="LiveId" clId="{4156A710-6BFE-4FA8-8C2F-6A6B4211C5CE}" dt="2026-05-05T00:35:22.672" v="757" actId="26606"/>
          <ac:spMkLst>
            <pc:docMk/>
            <pc:sldMk cId="3147341796" sldId="268"/>
            <ac:spMk id="19" creationId="{A2AD88BA-9B2F-CD4B-BE04-424CD031BAC9}"/>
          </ac:spMkLst>
        </pc:spChg>
        <pc:spChg chg="add del mod">
          <ac:chgData name="Denae Faith Liong" userId="afb468b0d6d6837c" providerId="LiveId" clId="{4156A710-6BFE-4FA8-8C2F-6A6B4211C5CE}" dt="2026-05-05T00:35:22.672" v="757" actId="26606"/>
          <ac:spMkLst>
            <pc:docMk/>
            <pc:sldMk cId="3147341796" sldId="268"/>
            <ac:spMk id="23" creationId="{6EFE893D-CD30-11AC-EECA-AB9A4619331B}"/>
          </ac:spMkLst>
        </pc:spChg>
        <pc:spChg chg="add del mod">
          <ac:chgData name="Denae Faith Liong" userId="afb468b0d6d6837c" providerId="LiveId" clId="{4156A710-6BFE-4FA8-8C2F-6A6B4211C5CE}" dt="2026-05-05T00:35:22.672" v="757" actId="26606"/>
          <ac:spMkLst>
            <pc:docMk/>
            <pc:sldMk cId="3147341796" sldId="268"/>
            <ac:spMk id="24" creationId="{4AA805C7-4587-CC89-939D-44F36C5920B2}"/>
          </ac:spMkLst>
        </pc:spChg>
        <pc:spChg chg="add mod">
          <ac:chgData name="Denae Faith Liong" userId="afb468b0d6d6837c" providerId="LiveId" clId="{4156A710-6BFE-4FA8-8C2F-6A6B4211C5CE}" dt="2026-05-05T21:15:53.044" v="1296" actId="2711"/>
          <ac:spMkLst>
            <pc:docMk/>
            <pc:sldMk cId="3147341796" sldId="268"/>
            <ac:spMk id="25" creationId="{BBA4184A-EAB5-F6D4-DEAC-3FCDCD04FB62}"/>
          </ac:spMkLst>
        </pc:spChg>
        <pc:spChg chg="add mod">
          <ac:chgData name="Denae Faith Liong" userId="afb468b0d6d6837c" providerId="LiveId" clId="{4156A710-6BFE-4FA8-8C2F-6A6B4211C5CE}" dt="2026-05-05T21:15:53.044" v="1296" actId="2711"/>
          <ac:spMkLst>
            <pc:docMk/>
            <pc:sldMk cId="3147341796" sldId="268"/>
            <ac:spMk id="26" creationId="{44656751-1C6F-D44F-BEDB-A62D89DC80BE}"/>
          </ac:spMkLst>
        </pc:spChg>
        <pc:spChg chg="add mod">
          <ac:chgData name="Denae Faith Liong" userId="afb468b0d6d6837c" providerId="LiveId" clId="{4156A710-6BFE-4FA8-8C2F-6A6B4211C5CE}" dt="2026-05-05T21:15:53.044" v="1296" actId="2711"/>
          <ac:spMkLst>
            <pc:docMk/>
            <pc:sldMk cId="3147341796" sldId="268"/>
            <ac:spMk id="32" creationId="{5C8908E2-EE49-44D2-9428-A28D2312A8D5}"/>
          </ac:spMkLst>
        </pc:spChg>
        <pc:spChg chg="add mod">
          <ac:chgData name="Denae Faith Liong" userId="afb468b0d6d6837c" providerId="LiveId" clId="{4156A710-6BFE-4FA8-8C2F-6A6B4211C5CE}" dt="2026-05-05T21:15:53.044" v="1296" actId="2711"/>
          <ac:spMkLst>
            <pc:docMk/>
            <pc:sldMk cId="3147341796" sldId="268"/>
            <ac:spMk id="38" creationId="{7449A6C7-D15F-4AA5-BFA5-71A404B47016}"/>
          </ac:spMkLst>
        </pc:spChg>
        <pc:spChg chg="add mod">
          <ac:chgData name="Denae Faith Liong" userId="afb468b0d6d6837c" providerId="LiveId" clId="{4156A710-6BFE-4FA8-8C2F-6A6B4211C5CE}" dt="2026-05-05T21:15:53.044" v="1296" actId="2711"/>
          <ac:spMkLst>
            <pc:docMk/>
            <pc:sldMk cId="3147341796" sldId="268"/>
            <ac:spMk id="40" creationId="{ED888B23-07FA-482A-96DF-47E31AF1A603}"/>
          </ac:spMkLst>
        </pc:spChg>
        <pc:grpChg chg="add del mod">
          <ac:chgData name="Denae Faith Liong" userId="afb468b0d6d6837c" providerId="LiveId" clId="{4156A710-6BFE-4FA8-8C2F-6A6B4211C5CE}" dt="2026-05-05T00:35:22.672" v="757" actId="26606"/>
          <ac:grpSpMkLst>
            <pc:docMk/>
            <pc:sldMk cId="3147341796" sldId="268"/>
            <ac:grpSpMk id="20" creationId="{B7BF7AFD-B35E-FC28-BAD0-F96C5AE02219}"/>
          </ac:grpSpMkLst>
        </pc:grpChg>
        <pc:grpChg chg="mod">
          <ac:chgData name="Denae Faith Liong" userId="afb468b0d6d6837c" providerId="LiveId" clId="{4156A710-6BFE-4FA8-8C2F-6A6B4211C5CE}" dt="2026-05-05T21:15:53.044" v="1296" actId="2711"/>
          <ac:grpSpMkLst>
            <pc:docMk/>
            <pc:sldMk cId="3147341796" sldId="268"/>
            <ac:grpSpMk id="34" creationId="{05314994-6337-4875-8CF5-652CAFE8342C}"/>
          </ac:grpSpMkLst>
        </pc:grpChg>
        <pc:graphicFrameChg chg="add mod modGraphic">
          <ac:chgData name="Denae Faith Liong" userId="afb468b0d6d6837c" providerId="LiveId" clId="{4156A710-6BFE-4FA8-8C2F-6A6B4211C5CE}" dt="2026-05-05T22:48:49.359" v="1342" actId="2711"/>
          <ac:graphicFrameMkLst>
            <pc:docMk/>
            <pc:sldMk cId="3147341796" sldId="268"/>
            <ac:graphicFrameMk id="28" creationId="{5DB34005-9D53-786B-FF98-BF5762EFCF62}"/>
          </ac:graphicFrameMkLst>
        </pc:graphicFrameChg>
        <pc:picChg chg="add del mod">
          <ac:chgData name="Denae Faith Liong" userId="afb468b0d6d6837c" providerId="LiveId" clId="{4156A710-6BFE-4FA8-8C2F-6A6B4211C5CE}" dt="2026-05-05T00:34:16.262" v="751" actId="21"/>
          <ac:picMkLst>
            <pc:docMk/>
            <pc:sldMk cId="3147341796" sldId="268"/>
            <ac:picMk id="2" creationId="{77D3A815-B547-28F0-5148-86C3BA7462D9}"/>
          </ac:picMkLst>
        </pc:picChg>
      </pc:sldChg>
      <pc:sldChg chg="addSp delSp modSp add del mod setBg">
        <pc:chgData name="Denae Faith Liong" userId="afb468b0d6d6837c" providerId="LiveId" clId="{4156A710-6BFE-4FA8-8C2F-6A6B4211C5CE}" dt="2026-05-04T21:17:51.884" v="383" actId="2696"/>
        <pc:sldMkLst>
          <pc:docMk/>
          <pc:sldMk cId="1733671187" sldId="269"/>
        </pc:sldMkLst>
      </pc:sldChg>
      <pc:sldChg chg="addSp delSp modSp add del mod setBg">
        <pc:chgData name="Denae Faith Liong" userId="afb468b0d6d6837c" providerId="LiveId" clId="{4156A710-6BFE-4FA8-8C2F-6A6B4211C5CE}" dt="2026-05-04T21:17:51.884" v="383" actId="2696"/>
        <pc:sldMkLst>
          <pc:docMk/>
          <pc:sldMk cId="2827536981" sldId="270"/>
        </pc:sldMkLst>
      </pc:sldChg>
      <pc:sldChg chg="addSp delSp modSp add del mod setBg">
        <pc:chgData name="Denae Faith Liong" userId="afb468b0d6d6837c" providerId="LiveId" clId="{4156A710-6BFE-4FA8-8C2F-6A6B4211C5CE}" dt="2026-05-04T21:32:15.372" v="407" actId="2696"/>
        <pc:sldMkLst>
          <pc:docMk/>
          <pc:sldMk cId="4248894951" sldId="271"/>
        </pc:sldMkLst>
      </pc:sldChg>
      <pc:sldChg chg="addSp delSp modSp add del mod setBg">
        <pc:chgData name="Denae Faith Liong" userId="afb468b0d6d6837c" providerId="LiveId" clId="{4156A710-6BFE-4FA8-8C2F-6A6B4211C5CE}" dt="2026-05-04T21:32:15.372" v="407" actId="2696"/>
        <pc:sldMkLst>
          <pc:docMk/>
          <pc:sldMk cId="2741494047" sldId="272"/>
        </pc:sldMkLst>
      </pc:sldChg>
      <pc:sldChg chg="addSp delSp modSp add del mod">
        <pc:chgData name="Denae Faith Liong" userId="afb468b0d6d6837c" providerId="LiveId" clId="{4156A710-6BFE-4FA8-8C2F-6A6B4211C5CE}" dt="2026-05-04T22:36:21.996" v="413" actId="2696"/>
        <pc:sldMkLst>
          <pc:docMk/>
          <pc:sldMk cId="42737127" sldId="274"/>
        </pc:sldMkLst>
      </pc:sldChg>
      <pc:sldChg chg="addSp delSp modSp add del mod">
        <pc:chgData name="Denae Faith Liong" userId="afb468b0d6d6837c" providerId="LiveId" clId="{4156A710-6BFE-4FA8-8C2F-6A6B4211C5CE}" dt="2026-05-04T22:36:21.996" v="413" actId="2696"/>
        <pc:sldMkLst>
          <pc:docMk/>
          <pc:sldMk cId="3932666921" sldId="275"/>
        </pc:sldMkLst>
      </pc:sldChg>
      <pc:sldChg chg="addSp delSp modSp add del mod">
        <pc:chgData name="Denae Faith Liong" userId="afb468b0d6d6837c" providerId="LiveId" clId="{4156A710-6BFE-4FA8-8C2F-6A6B4211C5CE}" dt="2026-05-04T22:36:21.996" v="413" actId="2696"/>
        <pc:sldMkLst>
          <pc:docMk/>
          <pc:sldMk cId="1867300528" sldId="276"/>
        </pc:sldMkLst>
      </pc:sldChg>
      <pc:sldChg chg="addSp delSp modSp add del mod">
        <pc:chgData name="Denae Faith Liong" userId="afb468b0d6d6837c" providerId="LiveId" clId="{4156A710-6BFE-4FA8-8C2F-6A6B4211C5CE}" dt="2026-05-04T22:36:21.996" v="413" actId="2696"/>
        <pc:sldMkLst>
          <pc:docMk/>
          <pc:sldMk cId="207547230" sldId="277"/>
        </pc:sldMkLst>
      </pc:sldChg>
      <pc:sldChg chg="addSp delSp modSp add mod setBg">
        <pc:chgData name="Denae Faith Liong" userId="afb468b0d6d6837c" providerId="LiveId" clId="{4156A710-6BFE-4FA8-8C2F-6A6B4211C5CE}" dt="2026-05-05T21:07:10.421" v="1288" actId="2711"/>
        <pc:sldMkLst>
          <pc:docMk/>
          <pc:sldMk cId="434407681" sldId="278"/>
        </pc:sldMkLst>
        <pc:spChg chg="add del mod">
          <ac:chgData name="Denae Faith Liong" userId="afb468b0d6d6837c" providerId="LiveId" clId="{4156A710-6BFE-4FA8-8C2F-6A6B4211C5CE}" dt="2026-05-05T00:10:15.366" v="676" actId="26606"/>
          <ac:spMkLst>
            <pc:docMk/>
            <pc:sldMk cId="434407681" sldId="278"/>
            <ac:spMk id="3" creationId="{468B2622-CCDD-BF9D-1548-45941E495F53}"/>
          </ac:spMkLst>
        </pc:spChg>
        <pc:spChg chg="add del mod">
          <ac:chgData name="Denae Faith Liong" userId="afb468b0d6d6837c" providerId="LiveId" clId="{4156A710-6BFE-4FA8-8C2F-6A6B4211C5CE}" dt="2026-05-05T00:10:15.366" v="676" actId="26606"/>
          <ac:spMkLst>
            <pc:docMk/>
            <pc:sldMk cId="434407681" sldId="278"/>
            <ac:spMk id="7" creationId="{DBA53A97-28E7-99C2-7C35-19106BBB3604}"/>
          </ac:spMkLst>
        </pc:spChg>
        <pc:spChg chg="add del mod">
          <ac:chgData name="Denae Faith Liong" userId="afb468b0d6d6837c" providerId="LiveId" clId="{4156A710-6BFE-4FA8-8C2F-6A6B4211C5CE}" dt="2026-05-05T00:10:15.366" v="676" actId="26606"/>
          <ac:spMkLst>
            <pc:docMk/>
            <pc:sldMk cId="434407681" sldId="278"/>
            <ac:spMk id="8" creationId="{63D9B548-C313-664E-CEAF-0605D2B08E42}"/>
          </ac:spMkLst>
        </pc:spChg>
        <pc:spChg chg="add mod">
          <ac:chgData name="Denae Faith Liong" userId="afb468b0d6d6837c" providerId="LiveId" clId="{4156A710-6BFE-4FA8-8C2F-6A6B4211C5CE}" dt="2026-05-05T21:06:59.490" v="1287" actId="2711"/>
          <ac:spMkLst>
            <pc:docMk/>
            <pc:sldMk cId="434407681" sldId="278"/>
            <ac:spMk id="9" creationId="{F139A626-C5C9-B0D4-F8FB-EFE4D9099BE7}"/>
          </ac:spMkLst>
        </pc:spChg>
        <pc:spChg chg="add del mod">
          <ac:chgData name="Denae Faith Liong" userId="afb468b0d6d6837c" providerId="LiveId" clId="{4156A710-6BFE-4FA8-8C2F-6A6B4211C5CE}" dt="2026-05-05T00:19:16.227" v="691" actId="26606"/>
          <ac:spMkLst>
            <pc:docMk/>
            <pc:sldMk cId="434407681" sldId="278"/>
            <ac:spMk id="10" creationId="{6C43A9E4-EC5D-3605-F657-F35FA3D2F14F}"/>
          </ac:spMkLst>
        </pc:spChg>
        <pc:spChg chg="add mod">
          <ac:chgData name="Denae Faith Liong" userId="afb468b0d6d6837c" providerId="LiveId" clId="{4156A710-6BFE-4FA8-8C2F-6A6B4211C5CE}" dt="2026-05-05T21:06:59.490" v="1287" actId="2711"/>
          <ac:spMkLst>
            <pc:docMk/>
            <pc:sldMk cId="434407681" sldId="278"/>
            <ac:spMk id="15" creationId="{5C8908E2-EE49-44D2-9428-A28D2312A8D5}"/>
          </ac:spMkLst>
        </pc:spChg>
        <pc:spChg chg="add mod">
          <ac:chgData name="Denae Faith Liong" userId="afb468b0d6d6837c" providerId="LiveId" clId="{4156A710-6BFE-4FA8-8C2F-6A6B4211C5CE}" dt="2026-05-05T21:06:59.490" v="1287" actId="2711"/>
          <ac:spMkLst>
            <pc:docMk/>
            <pc:sldMk cId="434407681" sldId="278"/>
            <ac:spMk id="21" creationId="{BD92035A-AA2F-4CD8-A556-1CE8BDEC75BD}"/>
          </ac:spMkLst>
        </pc:spChg>
        <pc:spChg chg="add mod">
          <ac:chgData name="Denae Faith Liong" userId="afb468b0d6d6837c" providerId="LiveId" clId="{4156A710-6BFE-4FA8-8C2F-6A6B4211C5CE}" dt="2026-05-05T21:06:59.490" v="1287" actId="2711"/>
          <ac:spMkLst>
            <pc:docMk/>
            <pc:sldMk cId="434407681" sldId="278"/>
            <ac:spMk id="23" creationId="{ED888B23-07FA-482A-96DF-47E31AF1A603}"/>
          </ac:spMkLst>
        </pc:spChg>
        <pc:grpChg chg="add del mod">
          <ac:chgData name="Denae Faith Liong" userId="afb468b0d6d6837c" providerId="LiveId" clId="{4156A710-6BFE-4FA8-8C2F-6A6B4211C5CE}" dt="2026-05-05T00:10:15.366" v="676" actId="26606"/>
          <ac:grpSpMkLst>
            <pc:docMk/>
            <pc:sldMk cId="434407681" sldId="278"/>
            <ac:grpSpMk id="4" creationId="{949271C8-01CB-7353-8712-F50E11F901DC}"/>
          </ac:grpSpMkLst>
        </pc:grpChg>
        <pc:grpChg chg="add mod">
          <ac:chgData name="Denae Faith Liong" userId="afb468b0d6d6837c" providerId="LiveId" clId="{4156A710-6BFE-4FA8-8C2F-6A6B4211C5CE}" dt="2026-05-05T21:06:59.490" v="1287" actId="2711"/>
          <ac:grpSpMkLst>
            <pc:docMk/>
            <pc:sldMk cId="434407681" sldId="278"/>
            <ac:grpSpMk id="17" creationId="{5D1A9D8B-3117-4D9D-BDA4-DD81895098B0}"/>
          </ac:grpSpMkLst>
        </pc:grpChg>
        <pc:graphicFrameChg chg="add mod modGraphic">
          <ac:chgData name="Denae Faith Liong" userId="afb468b0d6d6837c" providerId="LiveId" clId="{4156A710-6BFE-4FA8-8C2F-6A6B4211C5CE}" dt="2026-05-05T21:07:10.421" v="1288" actId="2711"/>
          <ac:graphicFrameMkLst>
            <pc:docMk/>
            <pc:sldMk cId="434407681" sldId="278"/>
            <ac:graphicFrameMk id="25" creationId="{01731E5F-4530-18A2-1531-057B8849E052}"/>
          </ac:graphicFrameMkLst>
        </pc:graphicFrameChg>
        <pc:picChg chg="add del mod">
          <ac:chgData name="Denae Faith Liong" userId="afb468b0d6d6837c" providerId="LiveId" clId="{4156A710-6BFE-4FA8-8C2F-6A6B4211C5CE}" dt="2026-05-05T00:10:01.296" v="675" actId="21"/>
          <ac:picMkLst>
            <pc:docMk/>
            <pc:sldMk cId="434407681" sldId="278"/>
            <ac:picMk id="11" creationId="{C89D567A-6F66-C559-EE5B-A514D3B08763}"/>
          </ac:picMkLst>
        </pc:picChg>
      </pc:sldChg>
      <pc:sldChg chg="addSp delSp modSp add del mod modNotesTx">
        <pc:chgData name="Denae Faith Liong" userId="afb468b0d6d6837c" providerId="LiveId" clId="{4156A710-6BFE-4FA8-8C2F-6A6B4211C5CE}" dt="2026-05-04T22:48:09.822" v="421" actId="2696"/>
        <pc:sldMkLst>
          <pc:docMk/>
          <pc:sldMk cId="1084844120" sldId="279"/>
        </pc:sldMkLst>
      </pc:sldChg>
      <pc:sldChg chg="add del">
        <pc:chgData name="Denae Faith Liong" userId="afb468b0d6d6837c" providerId="LiveId" clId="{4156A710-6BFE-4FA8-8C2F-6A6B4211C5CE}" dt="2026-05-04T22:54:17.738" v="475"/>
        <pc:sldMkLst>
          <pc:docMk/>
          <pc:sldMk cId="2500712451" sldId="279"/>
        </pc:sldMkLst>
      </pc:sldChg>
      <pc:sldChg chg="addSp delSp modSp add del mod">
        <pc:chgData name="Denae Faith Liong" userId="afb468b0d6d6837c" providerId="LiveId" clId="{4156A710-6BFE-4FA8-8C2F-6A6B4211C5CE}" dt="2026-05-04T22:48:09.822" v="421" actId="2696"/>
        <pc:sldMkLst>
          <pc:docMk/>
          <pc:sldMk cId="599208045" sldId="280"/>
        </pc:sldMkLst>
      </pc:sldChg>
      <pc:sldChg chg="add del">
        <pc:chgData name="Denae Faith Liong" userId="afb468b0d6d6837c" providerId="LiveId" clId="{4156A710-6BFE-4FA8-8C2F-6A6B4211C5CE}" dt="2026-05-04T22:54:17.738" v="475"/>
        <pc:sldMkLst>
          <pc:docMk/>
          <pc:sldMk cId="793794281" sldId="280"/>
        </pc:sldMkLst>
      </pc:sldChg>
      <pc:sldChg chg="add del">
        <pc:chgData name="Denae Faith Liong" userId="afb468b0d6d6837c" providerId="LiveId" clId="{4156A710-6BFE-4FA8-8C2F-6A6B4211C5CE}" dt="2026-05-04T22:54:17.738" v="475"/>
        <pc:sldMkLst>
          <pc:docMk/>
          <pc:sldMk cId="2332827135" sldId="281"/>
        </pc:sldMkLst>
      </pc:sldChg>
      <pc:sldChg chg="addSp delSp modSp add del mod">
        <pc:chgData name="Denae Faith Liong" userId="afb468b0d6d6837c" providerId="LiveId" clId="{4156A710-6BFE-4FA8-8C2F-6A6B4211C5CE}" dt="2026-05-04T22:48:09.822" v="421" actId="2696"/>
        <pc:sldMkLst>
          <pc:docMk/>
          <pc:sldMk cId="2855314153" sldId="281"/>
        </pc:sldMkLst>
      </pc:sldChg>
      <pc:sldChg chg="addSp delSp modSp add del mod setBg">
        <pc:chgData name="Denae Faith Liong" userId="afb468b0d6d6837c" providerId="LiveId" clId="{4156A710-6BFE-4FA8-8C2F-6A6B4211C5CE}" dt="2026-05-04T23:13:22.714" v="496" actId="47"/>
        <pc:sldMkLst>
          <pc:docMk/>
          <pc:sldMk cId="2441093273" sldId="282"/>
        </pc:sldMkLst>
      </pc:sldChg>
      <pc:sldChg chg="addSp delSp modSp add del mod modNotesTx">
        <pc:chgData name="Denae Faith Liong" userId="afb468b0d6d6837c" providerId="LiveId" clId="{4156A710-6BFE-4FA8-8C2F-6A6B4211C5CE}" dt="2026-05-04T23:13:22.714" v="496" actId="47"/>
        <pc:sldMkLst>
          <pc:docMk/>
          <pc:sldMk cId="2498546578" sldId="283"/>
        </pc:sldMkLst>
      </pc:sldChg>
      <pc:sldChg chg="add del ord">
        <pc:chgData name="Denae Faith Liong" userId="afb468b0d6d6837c" providerId="LiveId" clId="{4156A710-6BFE-4FA8-8C2F-6A6B4211C5CE}" dt="2026-05-04T21:32:15.372" v="407" actId="2696"/>
        <pc:sldMkLst>
          <pc:docMk/>
          <pc:sldMk cId="1104079285" sldId="284"/>
        </pc:sldMkLst>
      </pc:sldChg>
    </pc:docChg>
  </pc:docChgLst>
</pc:chgInfo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svg"/><Relationship Id="rId1" Type="http://schemas.openxmlformats.org/officeDocument/2006/relationships/image" Target="../media/image2.sv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svg"/><Relationship Id="rId1" Type="http://schemas.openxmlformats.org/officeDocument/2006/relationships/image" Target="../media/image6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7.svg"/><Relationship Id="rId1" Type="http://schemas.openxmlformats.org/officeDocument/2006/relationships/image" Target="../media/image9.svg"/><Relationship Id="rId4" Type="http://schemas.openxmlformats.org/officeDocument/2006/relationships/image" Target="../media/image11.sv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svg"/><Relationship Id="rId1" Type="http://schemas.openxmlformats.org/officeDocument/2006/relationships/image" Target="../media/image12.svg"/><Relationship Id="rId4" Type="http://schemas.openxmlformats.org/officeDocument/2006/relationships/image" Target="../media/image15.svg"/></Relationships>
</file>

<file path=ppt/diagrams/_rels/data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svg"/><Relationship Id="rId1" Type="http://schemas.openxmlformats.org/officeDocument/2006/relationships/image" Target="../media/image17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20.svg"/><Relationship Id="rId1" Type="http://schemas.openxmlformats.org/officeDocument/2006/relationships/image" Target="../media/image9.svg"/><Relationship Id="rId5" Type="http://schemas.openxmlformats.org/officeDocument/2006/relationships/image" Target="../media/image19.svg"/><Relationship Id="rId4" Type="http://schemas.openxmlformats.org/officeDocument/2006/relationships/image" Target="../media/image22.sv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svg"/><Relationship Id="rId1" Type="http://schemas.openxmlformats.org/officeDocument/2006/relationships/image" Target="../media/image2.sv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svg"/><Relationship Id="rId1" Type="http://schemas.openxmlformats.org/officeDocument/2006/relationships/image" Target="../media/image6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7.svg"/><Relationship Id="rId1" Type="http://schemas.openxmlformats.org/officeDocument/2006/relationships/image" Target="../media/image9.svg"/><Relationship Id="rId4" Type="http://schemas.openxmlformats.org/officeDocument/2006/relationships/image" Target="../media/image11.sv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svg"/><Relationship Id="rId1" Type="http://schemas.openxmlformats.org/officeDocument/2006/relationships/image" Target="../media/image12.svg"/><Relationship Id="rId4" Type="http://schemas.openxmlformats.org/officeDocument/2006/relationships/image" Target="../media/image15.svg"/></Relationships>
</file>

<file path=ppt/diagrams/_rels/drawing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svg"/><Relationship Id="rId1" Type="http://schemas.openxmlformats.org/officeDocument/2006/relationships/image" Target="../media/image17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20.svg"/><Relationship Id="rId1" Type="http://schemas.openxmlformats.org/officeDocument/2006/relationships/image" Target="../media/image9.svg"/><Relationship Id="rId5" Type="http://schemas.openxmlformats.org/officeDocument/2006/relationships/image" Target="../media/image19.svg"/><Relationship Id="rId4" Type="http://schemas.openxmlformats.org/officeDocument/2006/relationships/image" Target="../media/image22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1820EE66-8FCC-4773-9E95-4C47314C875F}" type="doc">
      <dgm:prSet loTypeId="urn:microsoft.com/office/officeart/2018/2/layout/IconVerticalSolid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21041E5-055D-4773-9E79-6CE155422AE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It aligns with my interest in gaming </a:t>
          </a:r>
          <a:r>
            <a:rPr lang="en-US">
              <a:latin typeface="Times New Roman" panose="02020603050405020304" pitchFamily="18" charset="0"/>
              <a:cs typeface="Times New Roman" panose="02020603050405020304" pitchFamily="18" charset="0"/>
            </a:rPr>
            <a:t>and security.</a:t>
          </a:r>
          <a:endParaRPr lang="en-US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789386A7-F765-4E4A-B35A-EC5E77AC10CF}" type="parTrans" cxnId="{C5827844-4932-4C06-80C1-236D0F961B36}">
      <dgm:prSet/>
      <dgm:spPr/>
      <dgm:t>
        <a:bodyPr/>
        <a:lstStyle/>
        <a:p>
          <a:endParaRPr lang="en-US"/>
        </a:p>
      </dgm:t>
    </dgm:pt>
    <dgm:pt modelId="{2069961D-C4D1-4EC1-B9CF-7B38861D630B}" type="sibTrans" cxnId="{C5827844-4932-4C06-80C1-236D0F961B36}">
      <dgm:prSet/>
      <dgm:spPr/>
      <dgm:t>
        <a:bodyPr/>
        <a:lstStyle/>
        <a:p>
          <a:endParaRPr lang="en-US"/>
        </a:p>
      </dgm:t>
    </dgm:pt>
    <dgm:pt modelId="{0A5B8908-DFFC-4353-9206-8887F2F5B5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It addresses the need for game developers to combat cheats that bypass traditional security.</a:t>
          </a:r>
        </a:p>
      </dgm:t>
    </dgm:pt>
    <dgm:pt modelId="{2C433E3C-CF84-4105-BE23-645B69C4B85F}" type="parTrans" cxnId="{6D096189-39F1-4C8E-A52D-E6F3049F183C}">
      <dgm:prSet/>
      <dgm:spPr/>
      <dgm:t>
        <a:bodyPr/>
        <a:lstStyle/>
        <a:p>
          <a:endParaRPr lang="en-US"/>
        </a:p>
      </dgm:t>
    </dgm:pt>
    <dgm:pt modelId="{0C52F71A-9300-41D4-A25D-99F319B5BD19}" type="sibTrans" cxnId="{6D096189-39F1-4C8E-A52D-E6F3049F183C}">
      <dgm:prSet/>
      <dgm:spPr/>
      <dgm:t>
        <a:bodyPr/>
        <a:lstStyle/>
        <a:p>
          <a:endParaRPr lang="en-US"/>
        </a:p>
      </dgm:t>
    </dgm:pt>
    <dgm:pt modelId="{302EFF4B-B9DC-4580-8F3C-7E69E409E3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With the available datasets, it offers a path to apply advanced Deep Learning to a complex problem.</a:t>
          </a:r>
        </a:p>
      </dgm:t>
    </dgm:pt>
    <dgm:pt modelId="{D1C73F9D-4BF5-439A-8FCB-0AB3989DC4D4}" type="parTrans" cxnId="{F3CA1FCD-0F89-4B41-8543-97FF02579707}">
      <dgm:prSet/>
      <dgm:spPr/>
      <dgm:t>
        <a:bodyPr/>
        <a:lstStyle/>
        <a:p>
          <a:endParaRPr lang="en-US"/>
        </a:p>
      </dgm:t>
    </dgm:pt>
    <dgm:pt modelId="{AD9A0793-DC9E-4E14-9E83-FBB6C7357083}" type="sibTrans" cxnId="{F3CA1FCD-0F89-4B41-8543-97FF02579707}">
      <dgm:prSet/>
      <dgm:spPr/>
      <dgm:t>
        <a:bodyPr/>
        <a:lstStyle/>
        <a:p>
          <a:endParaRPr lang="en-US"/>
        </a:p>
      </dgm:t>
    </dgm:pt>
    <dgm:pt modelId="{FD791BF0-B587-4070-AFBC-7C2BD4356A2A}" type="pres">
      <dgm:prSet presAssocID="{1820EE66-8FCC-4773-9E95-4C47314C875F}" presName="root" presStyleCnt="0">
        <dgm:presLayoutVars>
          <dgm:dir/>
          <dgm:resizeHandles val="exact"/>
        </dgm:presLayoutVars>
      </dgm:prSet>
      <dgm:spPr/>
    </dgm:pt>
    <dgm:pt modelId="{13999B29-0237-469D-A15A-C0D740DA9AC2}" type="pres">
      <dgm:prSet presAssocID="{621041E5-055D-4773-9E79-6CE155422AE9}" presName="compNode" presStyleCnt="0"/>
      <dgm:spPr/>
    </dgm:pt>
    <dgm:pt modelId="{57BD7B80-B2D9-46EF-B19B-76D55420B9F2}" type="pres">
      <dgm:prSet presAssocID="{621041E5-055D-4773-9E79-6CE155422AE9}" presName="bgRect" presStyleLbl="bgShp" presStyleIdx="0" presStyleCnt="3"/>
      <dgm:spPr/>
    </dgm:pt>
    <dgm:pt modelId="{8404381E-A9FA-494D-BBED-67B8E3A11B7D}" type="pres">
      <dgm:prSet presAssocID="{621041E5-055D-4773-9E79-6CE155422AE9}" presName="iconRect" presStyleLbl="node1" presStyleIdx="0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at"/>
        </a:ext>
      </dgm:extLst>
    </dgm:pt>
    <dgm:pt modelId="{A2F5D465-1C4A-4578-8882-140F7B01F03C}" type="pres">
      <dgm:prSet presAssocID="{621041E5-055D-4773-9E79-6CE155422AE9}" presName="spaceRect" presStyleCnt="0"/>
      <dgm:spPr/>
    </dgm:pt>
    <dgm:pt modelId="{AA6559A3-3258-421D-83C5-0C017C4C1D9E}" type="pres">
      <dgm:prSet presAssocID="{621041E5-055D-4773-9E79-6CE155422AE9}" presName="parTx" presStyleLbl="revTx" presStyleIdx="0" presStyleCnt="3">
        <dgm:presLayoutVars>
          <dgm:chMax val="0"/>
          <dgm:chPref val="0"/>
        </dgm:presLayoutVars>
      </dgm:prSet>
      <dgm:spPr/>
    </dgm:pt>
    <dgm:pt modelId="{E756FEBD-8E84-4548-B933-1177DE62CCC0}" type="pres">
      <dgm:prSet presAssocID="{2069961D-C4D1-4EC1-B9CF-7B38861D630B}" presName="sibTrans" presStyleCnt="0"/>
      <dgm:spPr/>
    </dgm:pt>
    <dgm:pt modelId="{F44CADB6-F3F2-480B-9FF4-9245121E6638}" type="pres">
      <dgm:prSet presAssocID="{0A5B8908-DFFC-4353-9206-8887F2F5B5E8}" presName="compNode" presStyleCnt="0"/>
      <dgm:spPr/>
    </dgm:pt>
    <dgm:pt modelId="{A90FC32D-99FE-4A63-A33F-13306BCF8AE5}" type="pres">
      <dgm:prSet presAssocID="{0A5B8908-DFFC-4353-9206-8887F2F5B5E8}" presName="bgRect" presStyleLbl="bgShp" presStyleIdx="1" presStyleCnt="3"/>
      <dgm:spPr/>
    </dgm:pt>
    <dgm:pt modelId="{6C6AB36D-E263-41A0-8439-705832F4DEB0}" type="pres">
      <dgm:prSet presAssocID="{0A5B8908-DFFC-4353-9206-8887F2F5B5E8}" presName="iconRect" presStyleLbl="node1" presStyleIdx="1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3EAB3B2-821F-415E-A096-3C6B04CADC81}" type="pres">
      <dgm:prSet presAssocID="{0A5B8908-DFFC-4353-9206-8887F2F5B5E8}" presName="spaceRect" presStyleCnt="0"/>
      <dgm:spPr/>
    </dgm:pt>
    <dgm:pt modelId="{3BF292B3-12C5-4884-BCBD-79C07C74074D}" type="pres">
      <dgm:prSet presAssocID="{0A5B8908-DFFC-4353-9206-8887F2F5B5E8}" presName="parTx" presStyleLbl="revTx" presStyleIdx="1" presStyleCnt="3">
        <dgm:presLayoutVars>
          <dgm:chMax val="0"/>
          <dgm:chPref val="0"/>
        </dgm:presLayoutVars>
      </dgm:prSet>
      <dgm:spPr/>
    </dgm:pt>
    <dgm:pt modelId="{E166CBED-9858-480C-88B8-6FBEE9E1E011}" type="pres">
      <dgm:prSet presAssocID="{0C52F71A-9300-41D4-A25D-99F319B5BD19}" presName="sibTrans" presStyleCnt="0"/>
      <dgm:spPr/>
    </dgm:pt>
    <dgm:pt modelId="{59320EF0-489C-4585-BCED-F6A6BB64F5B0}" type="pres">
      <dgm:prSet presAssocID="{302EFF4B-B9DC-4580-8F3C-7E69E409E344}" presName="compNode" presStyleCnt="0"/>
      <dgm:spPr/>
    </dgm:pt>
    <dgm:pt modelId="{64ED9830-6FCC-4820-8EB3-67B3DB6A2CD2}" type="pres">
      <dgm:prSet presAssocID="{302EFF4B-B9DC-4580-8F3C-7E69E409E344}" presName="bgRect" presStyleLbl="bgShp" presStyleIdx="2" presStyleCnt="3"/>
      <dgm:spPr/>
    </dgm:pt>
    <dgm:pt modelId="{C0472841-2B3D-4068-BA0D-F67433D2454F}" type="pres">
      <dgm:prSet presAssocID="{302EFF4B-B9DC-4580-8F3C-7E69E409E344}" presName="iconRect" presStyleLbl="node1" presStyleIdx="2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ement truck"/>
        </a:ext>
      </dgm:extLst>
    </dgm:pt>
    <dgm:pt modelId="{2EC79517-55E9-40F8-857C-C8AD7BF230E9}" type="pres">
      <dgm:prSet presAssocID="{302EFF4B-B9DC-4580-8F3C-7E69E409E344}" presName="spaceRect" presStyleCnt="0"/>
      <dgm:spPr/>
    </dgm:pt>
    <dgm:pt modelId="{3764BF63-C2B6-409F-B926-3A463EF3396A}" type="pres">
      <dgm:prSet presAssocID="{302EFF4B-B9DC-4580-8F3C-7E69E409E344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C5827844-4932-4C06-80C1-236D0F961B36}" srcId="{1820EE66-8FCC-4773-9E95-4C47314C875F}" destId="{621041E5-055D-4773-9E79-6CE155422AE9}" srcOrd="0" destOrd="0" parTransId="{789386A7-F765-4E4A-B35A-EC5E77AC10CF}" sibTransId="{2069961D-C4D1-4EC1-B9CF-7B38861D630B}"/>
    <dgm:cxn modelId="{D910EC74-AE89-48F2-8E1D-30AF4776511D}" type="presOf" srcId="{0A5B8908-DFFC-4353-9206-8887F2F5B5E8}" destId="{3BF292B3-12C5-4884-BCBD-79C07C74074D}" srcOrd="0" destOrd="0" presId="urn:microsoft.com/office/officeart/2018/2/layout/IconVerticalSolidList"/>
    <dgm:cxn modelId="{6D096189-39F1-4C8E-A52D-E6F3049F183C}" srcId="{1820EE66-8FCC-4773-9E95-4C47314C875F}" destId="{0A5B8908-DFFC-4353-9206-8887F2F5B5E8}" srcOrd="1" destOrd="0" parTransId="{2C433E3C-CF84-4105-BE23-645B69C4B85F}" sibTransId="{0C52F71A-9300-41D4-A25D-99F319B5BD19}"/>
    <dgm:cxn modelId="{A7ECC5A4-31F6-472C-A92A-3CD6D1D26CF2}" type="presOf" srcId="{302EFF4B-B9DC-4580-8F3C-7E69E409E344}" destId="{3764BF63-C2B6-409F-B926-3A463EF3396A}" srcOrd="0" destOrd="0" presId="urn:microsoft.com/office/officeart/2018/2/layout/IconVerticalSolidList"/>
    <dgm:cxn modelId="{60A3B3A7-28A9-441A-B5F8-54BE52277EBF}" type="presOf" srcId="{621041E5-055D-4773-9E79-6CE155422AE9}" destId="{AA6559A3-3258-421D-83C5-0C017C4C1D9E}" srcOrd="0" destOrd="0" presId="urn:microsoft.com/office/officeart/2018/2/layout/IconVerticalSolidList"/>
    <dgm:cxn modelId="{F21ED9C2-3558-4B61-AF12-714473B28E5D}" type="presOf" srcId="{1820EE66-8FCC-4773-9E95-4C47314C875F}" destId="{FD791BF0-B587-4070-AFBC-7C2BD4356A2A}" srcOrd="0" destOrd="0" presId="urn:microsoft.com/office/officeart/2018/2/layout/IconVerticalSolidList"/>
    <dgm:cxn modelId="{F3CA1FCD-0F89-4B41-8543-97FF02579707}" srcId="{1820EE66-8FCC-4773-9E95-4C47314C875F}" destId="{302EFF4B-B9DC-4580-8F3C-7E69E409E344}" srcOrd="2" destOrd="0" parTransId="{D1C73F9D-4BF5-439A-8FCB-0AB3989DC4D4}" sibTransId="{AD9A0793-DC9E-4E14-9E83-FBB6C7357083}"/>
    <dgm:cxn modelId="{D98D4832-E15C-4C28-BA86-68E68A37DFF1}" type="presParOf" srcId="{FD791BF0-B587-4070-AFBC-7C2BD4356A2A}" destId="{13999B29-0237-469D-A15A-C0D740DA9AC2}" srcOrd="0" destOrd="0" presId="urn:microsoft.com/office/officeart/2018/2/layout/IconVerticalSolidList"/>
    <dgm:cxn modelId="{139E50A9-4D24-4D41-8BE3-1A01A59F4E20}" type="presParOf" srcId="{13999B29-0237-469D-A15A-C0D740DA9AC2}" destId="{57BD7B80-B2D9-46EF-B19B-76D55420B9F2}" srcOrd="0" destOrd="0" presId="urn:microsoft.com/office/officeart/2018/2/layout/IconVerticalSolidList"/>
    <dgm:cxn modelId="{96FDBCB1-2F18-4559-B0F4-829F05C86EDB}" type="presParOf" srcId="{13999B29-0237-469D-A15A-C0D740DA9AC2}" destId="{8404381E-A9FA-494D-BBED-67B8E3A11B7D}" srcOrd="1" destOrd="0" presId="urn:microsoft.com/office/officeart/2018/2/layout/IconVerticalSolidList"/>
    <dgm:cxn modelId="{43C14923-B0FD-4455-85D1-A4C5E23EB92E}" type="presParOf" srcId="{13999B29-0237-469D-A15A-C0D740DA9AC2}" destId="{A2F5D465-1C4A-4578-8882-140F7B01F03C}" srcOrd="2" destOrd="0" presId="urn:microsoft.com/office/officeart/2018/2/layout/IconVerticalSolidList"/>
    <dgm:cxn modelId="{9F83FCAB-4CAE-4F5F-A2A6-9F57B3817D92}" type="presParOf" srcId="{13999B29-0237-469D-A15A-C0D740DA9AC2}" destId="{AA6559A3-3258-421D-83C5-0C017C4C1D9E}" srcOrd="3" destOrd="0" presId="urn:microsoft.com/office/officeart/2018/2/layout/IconVerticalSolidList"/>
    <dgm:cxn modelId="{0D161970-9F89-44D1-AC4D-A22F67C81023}" type="presParOf" srcId="{FD791BF0-B587-4070-AFBC-7C2BD4356A2A}" destId="{E756FEBD-8E84-4548-B933-1177DE62CCC0}" srcOrd="1" destOrd="0" presId="urn:microsoft.com/office/officeart/2018/2/layout/IconVerticalSolidList"/>
    <dgm:cxn modelId="{8E49EED2-FF42-4264-84F4-EE89449492A5}" type="presParOf" srcId="{FD791BF0-B587-4070-AFBC-7C2BD4356A2A}" destId="{F44CADB6-F3F2-480B-9FF4-9245121E6638}" srcOrd="2" destOrd="0" presId="urn:microsoft.com/office/officeart/2018/2/layout/IconVerticalSolidList"/>
    <dgm:cxn modelId="{CD3948EC-406F-40A1-93C9-AB8AB9BB2385}" type="presParOf" srcId="{F44CADB6-F3F2-480B-9FF4-9245121E6638}" destId="{A90FC32D-99FE-4A63-A33F-13306BCF8AE5}" srcOrd="0" destOrd="0" presId="urn:microsoft.com/office/officeart/2018/2/layout/IconVerticalSolidList"/>
    <dgm:cxn modelId="{60F10749-D3D0-4A08-A233-F8E752EB56F5}" type="presParOf" srcId="{F44CADB6-F3F2-480B-9FF4-9245121E6638}" destId="{6C6AB36D-E263-41A0-8439-705832F4DEB0}" srcOrd="1" destOrd="0" presId="urn:microsoft.com/office/officeart/2018/2/layout/IconVerticalSolidList"/>
    <dgm:cxn modelId="{386BC466-04F1-4FE3-966C-6BD4A17CB4ED}" type="presParOf" srcId="{F44CADB6-F3F2-480B-9FF4-9245121E6638}" destId="{E3EAB3B2-821F-415E-A096-3C6B04CADC81}" srcOrd="2" destOrd="0" presId="urn:microsoft.com/office/officeart/2018/2/layout/IconVerticalSolidList"/>
    <dgm:cxn modelId="{99D5ECE5-E4F3-4B1B-975C-4AD903CC96A0}" type="presParOf" srcId="{F44CADB6-F3F2-480B-9FF4-9245121E6638}" destId="{3BF292B3-12C5-4884-BCBD-79C07C74074D}" srcOrd="3" destOrd="0" presId="urn:microsoft.com/office/officeart/2018/2/layout/IconVerticalSolidList"/>
    <dgm:cxn modelId="{9910BFE6-38C2-4253-B9D3-8F3CEED05AF8}" type="presParOf" srcId="{FD791BF0-B587-4070-AFBC-7C2BD4356A2A}" destId="{E166CBED-9858-480C-88B8-6FBEE9E1E011}" srcOrd="3" destOrd="0" presId="urn:microsoft.com/office/officeart/2018/2/layout/IconVerticalSolidList"/>
    <dgm:cxn modelId="{4FA06EEC-F6F9-415E-AB35-96D3AA1F22B9}" type="presParOf" srcId="{FD791BF0-B587-4070-AFBC-7C2BD4356A2A}" destId="{59320EF0-489C-4585-BCED-F6A6BB64F5B0}" srcOrd="4" destOrd="0" presId="urn:microsoft.com/office/officeart/2018/2/layout/IconVerticalSolidList"/>
    <dgm:cxn modelId="{95D89B7D-DF66-472C-B2F4-B3D8EE06EB70}" type="presParOf" srcId="{59320EF0-489C-4585-BCED-F6A6BB64F5B0}" destId="{64ED9830-6FCC-4820-8EB3-67B3DB6A2CD2}" srcOrd="0" destOrd="0" presId="urn:microsoft.com/office/officeart/2018/2/layout/IconVerticalSolidList"/>
    <dgm:cxn modelId="{6A3FC669-56A5-42B6-8348-B87E294DBB33}" type="presParOf" srcId="{59320EF0-489C-4585-BCED-F6A6BB64F5B0}" destId="{C0472841-2B3D-4068-BA0D-F67433D2454F}" srcOrd="1" destOrd="0" presId="urn:microsoft.com/office/officeart/2018/2/layout/IconVerticalSolidList"/>
    <dgm:cxn modelId="{418F6F3E-04A1-40A9-93F2-1AA91D465E10}" type="presParOf" srcId="{59320EF0-489C-4585-BCED-F6A6BB64F5B0}" destId="{2EC79517-55E9-40F8-857C-C8AD7BF230E9}" srcOrd="2" destOrd="0" presId="urn:microsoft.com/office/officeart/2018/2/layout/IconVerticalSolidList"/>
    <dgm:cxn modelId="{4CBE3A7A-E22C-4357-93A7-D5233A7D0DC7}" type="presParOf" srcId="{59320EF0-489C-4585-BCED-F6A6BB64F5B0}" destId="{3764BF63-C2B6-409F-B926-3A463EF3396A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DBABFE9E-4EA4-4C16-8552-347D27412F2F}" type="doc">
      <dgm:prSet loTypeId="urn:microsoft.com/office/officeart/2018/2/layout/IconVerticalSolid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B6AA459-D05D-4EEB-919C-37D14649A0C3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Traditional anti-cheat is losing ground to hackers using AI and external hardware that bypasses memory scans, leaving human review teams unable to keep up.</a:t>
          </a:r>
        </a:p>
      </dgm:t>
    </dgm:pt>
    <dgm:pt modelId="{4B577CE2-9071-4B07-8753-D7F53195BCBF}" type="parTrans" cxnId="{E6EF9E7A-E17E-463E-BE9C-F957875F0E7B}">
      <dgm:prSet/>
      <dgm:spPr/>
      <dgm:t>
        <a:bodyPr/>
        <a:lstStyle/>
        <a:p>
          <a:endParaRPr lang="en-US"/>
        </a:p>
      </dgm:t>
    </dgm:pt>
    <dgm:pt modelId="{00162990-3A04-444C-B697-94E5FE12141D}" type="sibTrans" cxnId="{E6EF9E7A-E17E-463E-BE9C-F957875F0E7B}">
      <dgm:prSet/>
      <dgm:spPr/>
      <dgm:t>
        <a:bodyPr/>
        <a:lstStyle/>
        <a:p>
          <a:endParaRPr lang="en-US"/>
        </a:p>
      </dgm:t>
    </dgm:pt>
    <dgm:pt modelId="{EAF69937-C5D2-4FF7-97B6-FE706E9363BC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The system will detect inhuman outcomes rather than software signatures by establishing mathematical thresholds for human reaction and movement.</a:t>
          </a:r>
        </a:p>
      </dgm:t>
    </dgm:pt>
    <dgm:pt modelId="{B5F0984F-FCB5-4156-A1B9-F07DFFB76470}" type="parTrans" cxnId="{138F1CE4-80D8-46E1-90D3-9144E5F3648A}">
      <dgm:prSet/>
      <dgm:spPr/>
      <dgm:t>
        <a:bodyPr/>
        <a:lstStyle/>
        <a:p>
          <a:endParaRPr lang="en-US"/>
        </a:p>
      </dgm:t>
    </dgm:pt>
    <dgm:pt modelId="{BDDB6B36-6452-4B3C-B287-5DEF04840B4B}" type="sibTrans" cxnId="{138F1CE4-80D8-46E1-90D3-9144E5F3648A}">
      <dgm:prSet/>
      <dgm:spPr/>
      <dgm:t>
        <a:bodyPr/>
        <a:lstStyle/>
        <a:p>
          <a:endParaRPr lang="en-US"/>
        </a:p>
      </dgm:t>
    </dgm:pt>
    <dgm:pt modelId="{D306057D-70B8-4030-8898-38D5DF419E75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This model provides oversight by analyzing raw data in real-time, allowing for instant mid-match enforcement that exceeds the capacity of manual moderation.</a:t>
          </a:r>
        </a:p>
      </dgm:t>
    </dgm:pt>
    <dgm:pt modelId="{8D9BC266-78FD-496A-8212-812C0EC94AF5}" type="parTrans" cxnId="{73015838-6C9E-4692-BB40-F67DDF812D15}">
      <dgm:prSet/>
      <dgm:spPr/>
      <dgm:t>
        <a:bodyPr/>
        <a:lstStyle/>
        <a:p>
          <a:endParaRPr lang="en-US"/>
        </a:p>
      </dgm:t>
    </dgm:pt>
    <dgm:pt modelId="{020B3C3E-8E07-4E61-BFBC-C3BD74EEBDDC}" type="sibTrans" cxnId="{73015838-6C9E-4692-BB40-F67DDF812D15}">
      <dgm:prSet/>
      <dgm:spPr/>
      <dgm:t>
        <a:bodyPr/>
        <a:lstStyle/>
        <a:p>
          <a:endParaRPr lang="en-US"/>
        </a:p>
      </dgm:t>
    </dgm:pt>
    <dgm:pt modelId="{90794C4E-393C-48F1-BFE2-472AF94FDD54}" type="pres">
      <dgm:prSet presAssocID="{DBABFE9E-4EA4-4C16-8552-347D27412F2F}" presName="root" presStyleCnt="0">
        <dgm:presLayoutVars>
          <dgm:dir/>
          <dgm:resizeHandles val="exact"/>
        </dgm:presLayoutVars>
      </dgm:prSet>
      <dgm:spPr/>
    </dgm:pt>
    <dgm:pt modelId="{A3E074DD-DF74-437B-9284-3C331B844ACD}" type="pres">
      <dgm:prSet presAssocID="{3B6AA459-D05D-4EEB-919C-37D14649A0C3}" presName="compNode" presStyleCnt="0"/>
      <dgm:spPr/>
    </dgm:pt>
    <dgm:pt modelId="{CC852AAC-67BC-47AC-A764-D5FE0BF3E4E1}" type="pres">
      <dgm:prSet presAssocID="{3B6AA459-D05D-4EEB-919C-37D14649A0C3}" presName="bgRect" presStyleLbl="bgShp" presStyleIdx="0" presStyleCnt="3"/>
      <dgm:spPr/>
    </dgm:pt>
    <dgm:pt modelId="{F9841CBD-6ABA-42A8-BEAC-65BFE473DA3D}" type="pres">
      <dgm:prSet presAssocID="{3B6AA459-D05D-4EEB-919C-37D14649A0C3}" presName="iconRect" presStyleLbl="node1" presStyleIdx="0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8C79990F-6942-4CDC-8397-76CB6F0B7940}" type="pres">
      <dgm:prSet presAssocID="{3B6AA459-D05D-4EEB-919C-37D14649A0C3}" presName="spaceRect" presStyleCnt="0"/>
      <dgm:spPr/>
    </dgm:pt>
    <dgm:pt modelId="{C7536FA8-155E-47FD-A802-5D22300440F7}" type="pres">
      <dgm:prSet presAssocID="{3B6AA459-D05D-4EEB-919C-37D14649A0C3}" presName="parTx" presStyleLbl="revTx" presStyleIdx="0" presStyleCnt="3">
        <dgm:presLayoutVars>
          <dgm:chMax val="0"/>
          <dgm:chPref val="0"/>
        </dgm:presLayoutVars>
      </dgm:prSet>
      <dgm:spPr/>
    </dgm:pt>
    <dgm:pt modelId="{4BF69A29-2EE7-4490-BEBB-6F04B4835AD7}" type="pres">
      <dgm:prSet presAssocID="{00162990-3A04-444C-B697-94E5FE12141D}" presName="sibTrans" presStyleCnt="0"/>
      <dgm:spPr/>
    </dgm:pt>
    <dgm:pt modelId="{E7368B1A-CE6B-4F5C-B87C-3D2AD13FC9D4}" type="pres">
      <dgm:prSet presAssocID="{EAF69937-C5D2-4FF7-97B6-FE706E9363BC}" presName="compNode" presStyleCnt="0"/>
      <dgm:spPr/>
    </dgm:pt>
    <dgm:pt modelId="{383B4A83-54C8-44FB-A48A-61BB5A6BFBB5}" type="pres">
      <dgm:prSet presAssocID="{EAF69937-C5D2-4FF7-97B6-FE706E9363BC}" presName="bgRect" presStyleLbl="bgShp" presStyleIdx="1" presStyleCnt="3"/>
      <dgm:spPr/>
    </dgm:pt>
    <dgm:pt modelId="{AF82C8BE-B7FF-485F-B26E-B2F030EB8079}" type="pres">
      <dgm:prSet presAssocID="{EAF69937-C5D2-4FF7-97B6-FE706E9363BC}" presName="iconRect" presStyleLbl="node1" presStyleIdx="1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obot"/>
        </a:ext>
      </dgm:extLst>
    </dgm:pt>
    <dgm:pt modelId="{56B8C19C-D44E-44A3-BA92-07D1D92281C1}" type="pres">
      <dgm:prSet presAssocID="{EAF69937-C5D2-4FF7-97B6-FE706E9363BC}" presName="spaceRect" presStyleCnt="0"/>
      <dgm:spPr/>
    </dgm:pt>
    <dgm:pt modelId="{CDC5D99D-5504-4F0B-A47C-DCF149065D6C}" type="pres">
      <dgm:prSet presAssocID="{EAF69937-C5D2-4FF7-97B6-FE706E9363BC}" presName="parTx" presStyleLbl="revTx" presStyleIdx="1" presStyleCnt="3">
        <dgm:presLayoutVars>
          <dgm:chMax val="0"/>
          <dgm:chPref val="0"/>
        </dgm:presLayoutVars>
      </dgm:prSet>
      <dgm:spPr/>
    </dgm:pt>
    <dgm:pt modelId="{C97D5A0F-8032-452D-AE59-FF86998883A9}" type="pres">
      <dgm:prSet presAssocID="{BDDB6B36-6452-4B3C-B287-5DEF04840B4B}" presName="sibTrans" presStyleCnt="0"/>
      <dgm:spPr/>
    </dgm:pt>
    <dgm:pt modelId="{B24CAF11-1A3E-4A6E-9551-2328A6116F90}" type="pres">
      <dgm:prSet presAssocID="{D306057D-70B8-4030-8898-38D5DF419E75}" presName="compNode" presStyleCnt="0"/>
      <dgm:spPr/>
    </dgm:pt>
    <dgm:pt modelId="{A76B5BAC-F7CA-4B8B-9D1E-0091A07354EB}" type="pres">
      <dgm:prSet presAssocID="{D306057D-70B8-4030-8898-38D5DF419E75}" presName="bgRect" presStyleLbl="bgShp" presStyleIdx="2" presStyleCnt="3"/>
      <dgm:spPr/>
    </dgm:pt>
    <dgm:pt modelId="{7E61D39D-53AC-40FF-AED5-033ADC0B7E81}" type="pres">
      <dgm:prSet presAssocID="{D306057D-70B8-4030-8898-38D5DF419E75}" presName="iconRect" presStyleLbl="node1" presStyleIdx="2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ullseye"/>
        </a:ext>
      </dgm:extLst>
    </dgm:pt>
    <dgm:pt modelId="{395D0A98-84D5-4726-8B6D-2D55BCC48CD1}" type="pres">
      <dgm:prSet presAssocID="{D306057D-70B8-4030-8898-38D5DF419E75}" presName="spaceRect" presStyleCnt="0"/>
      <dgm:spPr/>
    </dgm:pt>
    <dgm:pt modelId="{EC52D96C-16A0-468E-A1CB-86103ED4980C}" type="pres">
      <dgm:prSet presAssocID="{D306057D-70B8-4030-8898-38D5DF419E75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A628001C-FBA3-42C7-904E-4A597322B518}" type="presOf" srcId="{3B6AA459-D05D-4EEB-919C-37D14649A0C3}" destId="{C7536FA8-155E-47FD-A802-5D22300440F7}" srcOrd="0" destOrd="0" presId="urn:microsoft.com/office/officeart/2018/2/layout/IconVerticalSolidList"/>
    <dgm:cxn modelId="{6487C52B-28B2-4B94-9633-CD0DBEF4BFFA}" type="presOf" srcId="{D306057D-70B8-4030-8898-38D5DF419E75}" destId="{EC52D96C-16A0-468E-A1CB-86103ED4980C}" srcOrd="0" destOrd="0" presId="urn:microsoft.com/office/officeart/2018/2/layout/IconVerticalSolidList"/>
    <dgm:cxn modelId="{73015838-6C9E-4692-BB40-F67DDF812D15}" srcId="{DBABFE9E-4EA4-4C16-8552-347D27412F2F}" destId="{D306057D-70B8-4030-8898-38D5DF419E75}" srcOrd="2" destOrd="0" parTransId="{8D9BC266-78FD-496A-8212-812C0EC94AF5}" sibTransId="{020B3C3E-8E07-4E61-BFBC-C3BD74EEBDDC}"/>
    <dgm:cxn modelId="{0F800750-0A3B-401D-B686-75AC1F31380B}" type="presOf" srcId="{EAF69937-C5D2-4FF7-97B6-FE706E9363BC}" destId="{CDC5D99D-5504-4F0B-A47C-DCF149065D6C}" srcOrd="0" destOrd="0" presId="urn:microsoft.com/office/officeart/2018/2/layout/IconVerticalSolidList"/>
    <dgm:cxn modelId="{E6EF9E7A-E17E-463E-BE9C-F957875F0E7B}" srcId="{DBABFE9E-4EA4-4C16-8552-347D27412F2F}" destId="{3B6AA459-D05D-4EEB-919C-37D14649A0C3}" srcOrd="0" destOrd="0" parTransId="{4B577CE2-9071-4B07-8753-D7F53195BCBF}" sibTransId="{00162990-3A04-444C-B697-94E5FE12141D}"/>
    <dgm:cxn modelId="{0BD7F7D4-0249-4446-B2BD-21736DEDCA08}" type="presOf" srcId="{DBABFE9E-4EA4-4C16-8552-347D27412F2F}" destId="{90794C4E-393C-48F1-BFE2-472AF94FDD54}" srcOrd="0" destOrd="0" presId="urn:microsoft.com/office/officeart/2018/2/layout/IconVerticalSolidList"/>
    <dgm:cxn modelId="{138F1CE4-80D8-46E1-90D3-9144E5F3648A}" srcId="{DBABFE9E-4EA4-4C16-8552-347D27412F2F}" destId="{EAF69937-C5D2-4FF7-97B6-FE706E9363BC}" srcOrd="1" destOrd="0" parTransId="{B5F0984F-FCB5-4156-A1B9-F07DFFB76470}" sibTransId="{BDDB6B36-6452-4B3C-B287-5DEF04840B4B}"/>
    <dgm:cxn modelId="{BE49D067-C31D-482E-81AA-7D05439C822C}" type="presParOf" srcId="{90794C4E-393C-48F1-BFE2-472AF94FDD54}" destId="{A3E074DD-DF74-437B-9284-3C331B844ACD}" srcOrd="0" destOrd="0" presId="urn:microsoft.com/office/officeart/2018/2/layout/IconVerticalSolidList"/>
    <dgm:cxn modelId="{7A9044E9-D818-43D3-A478-57F5FA68CB39}" type="presParOf" srcId="{A3E074DD-DF74-437B-9284-3C331B844ACD}" destId="{CC852AAC-67BC-47AC-A764-D5FE0BF3E4E1}" srcOrd="0" destOrd="0" presId="urn:microsoft.com/office/officeart/2018/2/layout/IconVerticalSolidList"/>
    <dgm:cxn modelId="{818710E8-3E0F-49FE-92F7-A0D40841C7EE}" type="presParOf" srcId="{A3E074DD-DF74-437B-9284-3C331B844ACD}" destId="{F9841CBD-6ABA-42A8-BEAC-65BFE473DA3D}" srcOrd="1" destOrd="0" presId="urn:microsoft.com/office/officeart/2018/2/layout/IconVerticalSolidList"/>
    <dgm:cxn modelId="{9EA724A6-4A16-4FA7-AF83-DFA2E00E0CBD}" type="presParOf" srcId="{A3E074DD-DF74-437B-9284-3C331B844ACD}" destId="{8C79990F-6942-4CDC-8397-76CB6F0B7940}" srcOrd="2" destOrd="0" presId="urn:microsoft.com/office/officeart/2018/2/layout/IconVerticalSolidList"/>
    <dgm:cxn modelId="{43DE0C21-08C2-4DDD-BCCC-53B62AB3BAC8}" type="presParOf" srcId="{A3E074DD-DF74-437B-9284-3C331B844ACD}" destId="{C7536FA8-155E-47FD-A802-5D22300440F7}" srcOrd="3" destOrd="0" presId="urn:microsoft.com/office/officeart/2018/2/layout/IconVerticalSolidList"/>
    <dgm:cxn modelId="{372BBC0C-1EE0-41D5-B3B5-00650F8BBD5E}" type="presParOf" srcId="{90794C4E-393C-48F1-BFE2-472AF94FDD54}" destId="{4BF69A29-2EE7-4490-BEBB-6F04B4835AD7}" srcOrd="1" destOrd="0" presId="urn:microsoft.com/office/officeart/2018/2/layout/IconVerticalSolidList"/>
    <dgm:cxn modelId="{30F7A815-46D8-432F-B716-D39ED447E459}" type="presParOf" srcId="{90794C4E-393C-48F1-BFE2-472AF94FDD54}" destId="{E7368B1A-CE6B-4F5C-B87C-3D2AD13FC9D4}" srcOrd="2" destOrd="0" presId="urn:microsoft.com/office/officeart/2018/2/layout/IconVerticalSolidList"/>
    <dgm:cxn modelId="{408BB89F-8BF1-41DC-A78E-6C816FBC2E19}" type="presParOf" srcId="{E7368B1A-CE6B-4F5C-B87C-3D2AD13FC9D4}" destId="{383B4A83-54C8-44FB-A48A-61BB5A6BFBB5}" srcOrd="0" destOrd="0" presId="urn:microsoft.com/office/officeart/2018/2/layout/IconVerticalSolidList"/>
    <dgm:cxn modelId="{6F3EB523-9512-4D27-9A01-889FC4DD7AB0}" type="presParOf" srcId="{E7368B1A-CE6B-4F5C-B87C-3D2AD13FC9D4}" destId="{AF82C8BE-B7FF-485F-B26E-B2F030EB8079}" srcOrd="1" destOrd="0" presId="urn:microsoft.com/office/officeart/2018/2/layout/IconVerticalSolidList"/>
    <dgm:cxn modelId="{DB4CCD53-BDFB-41CA-951D-5D273474F164}" type="presParOf" srcId="{E7368B1A-CE6B-4F5C-B87C-3D2AD13FC9D4}" destId="{56B8C19C-D44E-44A3-BA92-07D1D92281C1}" srcOrd="2" destOrd="0" presId="urn:microsoft.com/office/officeart/2018/2/layout/IconVerticalSolidList"/>
    <dgm:cxn modelId="{DF78B845-2E7A-4551-B0DD-38B79F4D9D78}" type="presParOf" srcId="{E7368B1A-CE6B-4F5C-B87C-3D2AD13FC9D4}" destId="{CDC5D99D-5504-4F0B-A47C-DCF149065D6C}" srcOrd="3" destOrd="0" presId="urn:microsoft.com/office/officeart/2018/2/layout/IconVerticalSolidList"/>
    <dgm:cxn modelId="{65E53ABB-2853-4151-B357-D601A761D7AE}" type="presParOf" srcId="{90794C4E-393C-48F1-BFE2-472AF94FDD54}" destId="{C97D5A0F-8032-452D-AE59-FF86998883A9}" srcOrd="3" destOrd="0" presId="urn:microsoft.com/office/officeart/2018/2/layout/IconVerticalSolidList"/>
    <dgm:cxn modelId="{150649D7-0583-48AD-B69A-368F205157EA}" type="presParOf" srcId="{90794C4E-393C-48F1-BFE2-472AF94FDD54}" destId="{B24CAF11-1A3E-4A6E-9551-2328A6116F90}" srcOrd="4" destOrd="0" presId="urn:microsoft.com/office/officeart/2018/2/layout/IconVerticalSolidList"/>
    <dgm:cxn modelId="{BA852648-7468-40A6-BA28-EC3B7D46DE4B}" type="presParOf" srcId="{B24CAF11-1A3E-4A6E-9551-2328A6116F90}" destId="{A76B5BAC-F7CA-4B8B-9D1E-0091A07354EB}" srcOrd="0" destOrd="0" presId="urn:microsoft.com/office/officeart/2018/2/layout/IconVerticalSolidList"/>
    <dgm:cxn modelId="{2D8C53C3-B382-4439-B5DD-9A50DE230B15}" type="presParOf" srcId="{B24CAF11-1A3E-4A6E-9551-2328A6116F90}" destId="{7E61D39D-53AC-40FF-AED5-033ADC0B7E81}" srcOrd="1" destOrd="0" presId="urn:microsoft.com/office/officeart/2018/2/layout/IconVerticalSolidList"/>
    <dgm:cxn modelId="{F5971774-B1ED-424B-A9FA-2CF13D1A4527}" type="presParOf" srcId="{B24CAF11-1A3E-4A6E-9551-2328A6116F90}" destId="{395D0A98-84D5-4726-8B6D-2D55BCC48CD1}" srcOrd="2" destOrd="0" presId="urn:microsoft.com/office/officeart/2018/2/layout/IconVerticalSolidList"/>
    <dgm:cxn modelId="{2FCB804B-B290-4886-9D4E-C4CAC4A847FD}" type="presParOf" srcId="{B24CAF11-1A3E-4A6E-9551-2328A6116F90}" destId="{EC52D96C-16A0-468E-A1CB-86103ED4980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162F22B6-8B35-446F-A0E8-3050B07A5E91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E6109-0198-4579-B51C-98D417E92198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The Problem: </a:t>
          </a:r>
        </a:p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Old anti-cheat methods can't keep up with modern cheating services that use AI and special hardware to stay hidden from standard scanners and system drivers.</a:t>
          </a:r>
        </a:p>
      </dgm:t>
    </dgm:pt>
    <dgm:pt modelId="{6276E3D8-3495-45BF-9882-C77257C088E1}" type="parTrans" cxnId="{8F72725E-C281-4C36-BA0E-99457702AA99}">
      <dgm:prSet/>
      <dgm:spPr/>
      <dgm:t>
        <a:bodyPr/>
        <a:lstStyle/>
        <a:p>
          <a:endParaRPr lang="en-US"/>
        </a:p>
      </dgm:t>
    </dgm:pt>
    <dgm:pt modelId="{AF40574C-9703-41B5-AC59-FB128A8DD630}" type="sibTrans" cxnId="{8F72725E-C281-4C36-BA0E-99457702AA99}">
      <dgm:prSet/>
      <dgm:spPr/>
      <dgm:t>
        <a:bodyPr/>
        <a:lstStyle/>
        <a:p>
          <a:endParaRPr lang="en-US"/>
        </a:p>
      </dgm:t>
    </dgm:pt>
    <dgm:pt modelId="{1E994313-9EAC-4CFF-9A49-E372E8B2FCBE}">
      <dgm:prSet custT="1"/>
      <dgm:spPr/>
      <dgm:t>
        <a:bodyPr/>
        <a:lstStyle/>
        <a:p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Existing Industry Solutions: </a:t>
          </a:r>
        </a:p>
        <a:p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Companies currently use deep system scans and hardware tracking to block access; while using clever in-game tricks to disable cheaters' abilities mid-match so they can study their behavior.</a:t>
          </a:r>
        </a:p>
      </dgm:t>
    </dgm:pt>
    <dgm:pt modelId="{E97862F4-F850-4D8C-B6DC-5D6B593AD49D}" type="parTrans" cxnId="{F15F2528-87AF-472D-A5F7-FA969848E160}">
      <dgm:prSet/>
      <dgm:spPr/>
      <dgm:t>
        <a:bodyPr/>
        <a:lstStyle/>
        <a:p>
          <a:endParaRPr lang="en-US"/>
        </a:p>
      </dgm:t>
    </dgm:pt>
    <dgm:pt modelId="{99B04AD9-D9A8-41E8-A7FF-96C34AEB4ECA}" type="sibTrans" cxnId="{F15F2528-87AF-472D-A5F7-FA969848E160}">
      <dgm:prSet/>
      <dgm:spPr/>
      <dgm:t>
        <a:bodyPr/>
        <a:lstStyle/>
        <a:p>
          <a:endParaRPr lang="en-US"/>
        </a:p>
      </dgm:t>
    </dgm:pt>
    <dgm:pt modelId="{13527DAF-582D-4D3D-B8E3-51906C90FDD5}">
      <dgm:prSet custT="1"/>
      <dgm:spPr/>
      <dgm:t>
        <a:bodyPr/>
        <a:lstStyle/>
        <a:p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SOTA Research: </a:t>
          </a:r>
        </a:p>
        <a:p>
          <a:r>
            <a:rPr lang="en-US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New research uses fast AI to track movement patterns and instantly spot robotic aiming, catching cheaters in less than 50 milliseconds.</a:t>
          </a:r>
        </a:p>
      </dgm:t>
    </dgm:pt>
    <dgm:pt modelId="{FE86A6DD-1188-49AC-8592-8B0C18209845}" type="parTrans" cxnId="{6755DFCF-11B2-435E-BE17-A86997B11837}">
      <dgm:prSet/>
      <dgm:spPr/>
      <dgm:t>
        <a:bodyPr/>
        <a:lstStyle/>
        <a:p>
          <a:endParaRPr lang="en-US"/>
        </a:p>
      </dgm:t>
    </dgm:pt>
    <dgm:pt modelId="{3610CFC8-BC1D-4A06-9ECD-A711ECCC4C93}" type="sibTrans" cxnId="{6755DFCF-11B2-435E-BE17-A86997B11837}">
      <dgm:prSet/>
      <dgm:spPr/>
      <dgm:t>
        <a:bodyPr/>
        <a:lstStyle/>
        <a:p>
          <a:endParaRPr lang="en-US"/>
        </a:p>
      </dgm:t>
    </dgm:pt>
    <dgm:pt modelId="{A1A8A055-59CB-477B-9A3B-AEA3D58E5104}" type="pres">
      <dgm:prSet presAssocID="{162F22B6-8B35-446F-A0E8-3050B07A5E91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042FC5A6-1968-4B44-B401-9B695526BC49}" type="pres">
      <dgm:prSet presAssocID="{497E6109-0198-4579-B51C-98D417E92198}" presName="hierRoot1" presStyleCnt="0"/>
      <dgm:spPr/>
    </dgm:pt>
    <dgm:pt modelId="{16F27E86-6DCC-4D13-91E1-0BC2C0D421EB}" type="pres">
      <dgm:prSet presAssocID="{497E6109-0198-4579-B51C-98D417E92198}" presName="composite" presStyleCnt="0"/>
      <dgm:spPr/>
    </dgm:pt>
    <dgm:pt modelId="{6D2C7C33-A65A-45B6-9CFB-24877447E1CA}" type="pres">
      <dgm:prSet presAssocID="{497E6109-0198-4579-B51C-98D417E92198}" presName="background" presStyleLbl="node0" presStyleIdx="0" presStyleCnt="3"/>
      <dgm:spPr/>
    </dgm:pt>
    <dgm:pt modelId="{E706D427-3CEA-4661-AF05-A53F288E954E}" type="pres">
      <dgm:prSet presAssocID="{497E6109-0198-4579-B51C-98D417E92198}" presName="text" presStyleLbl="fgAcc0" presStyleIdx="0" presStyleCnt="3">
        <dgm:presLayoutVars>
          <dgm:chPref val="3"/>
        </dgm:presLayoutVars>
      </dgm:prSet>
      <dgm:spPr/>
    </dgm:pt>
    <dgm:pt modelId="{FA4640AA-F383-4421-8F6D-2A1A296B769C}" type="pres">
      <dgm:prSet presAssocID="{497E6109-0198-4579-B51C-98D417E92198}" presName="hierChild2" presStyleCnt="0"/>
      <dgm:spPr/>
    </dgm:pt>
    <dgm:pt modelId="{C2D132C6-2A4E-46F1-BD46-94B1A6CC44D8}" type="pres">
      <dgm:prSet presAssocID="{1E994313-9EAC-4CFF-9A49-E372E8B2FCBE}" presName="hierRoot1" presStyleCnt="0"/>
      <dgm:spPr/>
    </dgm:pt>
    <dgm:pt modelId="{B5A6635F-83D3-4C52-97F9-B998BD419131}" type="pres">
      <dgm:prSet presAssocID="{1E994313-9EAC-4CFF-9A49-E372E8B2FCBE}" presName="composite" presStyleCnt="0"/>
      <dgm:spPr/>
    </dgm:pt>
    <dgm:pt modelId="{D5052630-0FCB-4D69-ACDC-46E1D9F9819F}" type="pres">
      <dgm:prSet presAssocID="{1E994313-9EAC-4CFF-9A49-E372E8B2FCBE}" presName="background" presStyleLbl="node0" presStyleIdx="1" presStyleCnt="3"/>
      <dgm:spPr/>
    </dgm:pt>
    <dgm:pt modelId="{9A18635F-AE0B-4C85-A624-EC065BA89FA4}" type="pres">
      <dgm:prSet presAssocID="{1E994313-9EAC-4CFF-9A49-E372E8B2FCBE}" presName="text" presStyleLbl="fgAcc0" presStyleIdx="1" presStyleCnt="3">
        <dgm:presLayoutVars>
          <dgm:chPref val="3"/>
        </dgm:presLayoutVars>
      </dgm:prSet>
      <dgm:spPr/>
    </dgm:pt>
    <dgm:pt modelId="{1F70A4D4-8603-4710-9371-BAC2D4CB4CA3}" type="pres">
      <dgm:prSet presAssocID="{1E994313-9EAC-4CFF-9A49-E372E8B2FCBE}" presName="hierChild2" presStyleCnt="0"/>
      <dgm:spPr/>
    </dgm:pt>
    <dgm:pt modelId="{CCBAD3A3-6907-4DDE-AA8B-C812B2CFF4FF}" type="pres">
      <dgm:prSet presAssocID="{13527DAF-582D-4D3D-B8E3-51906C90FDD5}" presName="hierRoot1" presStyleCnt="0"/>
      <dgm:spPr/>
    </dgm:pt>
    <dgm:pt modelId="{9935C602-9458-438E-9892-D08FD256E44C}" type="pres">
      <dgm:prSet presAssocID="{13527DAF-582D-4D3D-B8E3-51906C90FDD5}" presName="composite" presStyleCnt="0"/>
      <dgm:spPr/>
    </dgm:pt>
    <dgm:pt modelId="{CA607278-5F4F-4E29-ADCC-ABD5895106EF}" type="pres">
      <dgm:prSet presAssocID="{13527DAF-582D-4D3D-B8E3-51906C90FDD5}" presName="background" presStyleLbl="node0" presStyleIdx="2" presStyleCnt="3"/>
      <dgm:spPr/>
    </dgm:pt>
    <dgm:pt modelId="{92FCF5E5-96BA-4245-9BBF-23921FC10149}" type="pres">
      <dgm:prSet presAssocID="{13527DAF-582D-4D3D-B8E3-51906C90FDD5}" presName="text" presStyleLbl="fgAcc0" presStyleIdx="2" presStyleCnt="3">
        <dgm:presLayoutVars>
          <dgm:chPref val="3"/>
        </dgm:presLayoutVars>
      </dgm:prSet>
      <dgm:spPr/>
    </dgm:pt>
    <dgm:pt modelId="{B901BDD7-DE68-4C03-9494-9C92306B4CBD}" type="pres">
      <dgm:prSet presAssocID="{13527DAF-582D-4D3D-B8E3-51906C90FDD5}" presName="hierChild2" presStyleCnt="0"/>
      <dgm:spPr/>
    </dgm:pt>
  </dgm:ptLst>
  <dgm:cxnLst>
    <dgm:cxn modelId="{F15F2528-87AF-472D-A5F7-FA969848E160}" srcId="{162F22B6-8B35-446F-A0E8-3050B07A5E91}" destId="{1E994313-9EAC-4CFF-9A49-E372E8B2FCBE}" srcOrd="1" destOrd="0" parTransId="{E97862F4-F850-4D8C-B6DC-5D6B593AD49D}" sibTransId="{99B04AD9-D9A8-41E8-A7FF-96C34AEB4ECA}"/>
    <dgm:cxn modelId="{7E553039-905C-44F3-81F6-7B14E85D4D82}" type="presOf" srcId="{497E6109-0198-4579-B51C-98D417E92198}" destId="{E706D427-3CEA-4661-AF05-A53F288E954E}" srcOrd="0" destOrd="0" presId="urn:microsoft.com/office/officeart/2005/8/layout/hierarchy1"/>
    <dgm:cxn modelId="{8F72725E-C281-4C36-BA0E-99457702AA99}" srcId="{162F22B6-8B35-446F-A0E8-3050B07A5E91}" destId="{497E6109-0198-4579-B51C-98D417E92198}" srcOrd="0" destOrd="0" parTransId="{6276E3D8-3495-45BF-9882-C77257C088E1}" sibTransId="{AF40574C-9703-41B5-AC59-FB128A8DD630}"/>
    <dgm:cxn modelId="{08921454-FF27-451F-9BD9-196ED93D9E19}" type="presOf" srcId="{13527DAF-582D-4D3D-B8E3-51906C90FDD5}" destId="{92FCF5E5-96BA-4245-9BBF-23921FC10149}" srcOrd="0" destOrd="0" presId="urn:microsoft.com/office/officeart/2005/8/layout/hierarchy1"/>
    <dgm:cxn modelId="{48BCE18C-080D-4271-87B2-0FFD14ED1283}" type="presOf" srcId="{1E994313-9EAC-4CFF-9A49-E372E8B2FCBE}" destId="{9A18635F-AE0B-4C85-A624-EC065BA89FA4}" srcOrd="0" destOrd="0" presId="urn:microsoft.com/office/officeart/2005/8/layout/hierarchy1"/>
    <dgm:cxn modelId="{F82D3C90-767F-4A2A-8ACF-4A4265DA5CEF}" type="presOf" srcId="{162F22B6-8B35-446F-A0E8-3050B07A5E91}" destId="{A1A8A055-59CB-477B-9A3B-AEA3D58E5104}" srcOrd="0" destOrd="0" presId="urn:microsoft.com/office/officeart/2005/8/layout/hierarchy1"/>
    <dgm:cxn modelId="{6755DFCF-11B2-435E-BE17-A86997B11837}" srcId="{162F22B6-8B35-446F-A0E8-3050B07A5E91}" destId="{13527DAF-582D-4D3D-B8E3-51906C90FDD5}" srcOrd="2" destOrd="0" parTransId="{FE86A6DD-1188-49AC-8592-8B0C18209845}" sibTransId="{3610CFC8-BC1D-4A06-9ECD-A711ECCC4C93}"/>
    <dgm:cxn modelId="{DDF77F1C-4601-4856-9E95-C2158447A576}" type="presParOf" srcId="{A1A8A055-59CB-477B-9A3B-AEA3D58E5104}" destId="{042FC5A6-1968-4B44-B401-9B695526BC49}" srcOrd="0" destOrd="0" presId="urn:microsoft.com/office/officeart/2005/8/layout/hierarchy1"/>
    <dgm:cxn modelId="{107DEE40-07FA-476C-9254-EC84AD23FAA4}" type="presParOf" srcId="{042FC5A6-1968-4B44-B401-9B695526BC49}" destId="{16F27E86-6DCC-4D13-91E1-0BC2C0D421EB}" srcOrd="0" destOrd="0" presId="urn:microsoft.com/office/officeart/2005/8/layout/hierarchy1"/>
    <dgm:cxn modelId="{DFBA7242-7D9A-4204-9DEE-41C189B7A6DB}" type="presParOf" srcId="{16F27E86-6DCC-4D13-91E1-0BC2C0D421EB}" destId="{6D2C7C33-A65A-45B6-9CFB-24877447E1CA}" srcOrd="0" destOrd="0" presId="urn:microsoft.com/office/officeart/2005/8/layout/hierarchy1"/>
    <dgm:cxn modelId="{E0F5270D-CEB5-4780-951F-1D258336004F}" type="presParOf" srcId="{16F27E86-6DCC-4D13-91E1-0BC2C0D421EB}" destId="{E706D427-3CEA-4661-AF05-A53F288E954E}" srcOrd="1" destOrd="0" presId="urn:microsoft.com/office/officeart/2005/8/layout/hierarchy1"/>
    <dgm:cxn modelId="{0EB1315C-B2E8-4AEE-83FE-BA2B1C9C06EB}" type="presParOf" srcId="{042FC5A6-1968-4B44-B401-9B695526BC49}" destId="{FA4640AA-F383-4421-8F6D-2A1A296B769C}" srcOrd="1" destOrd="0" presId="urn:microsoft.com/office/officeart/2005/8/layout/hierarchy1"/>
    <dgm:cxn modelId="{3DB8F431-B309-4AA0-B5C7-074B0D99FD98}" type="presParOf" srcId="{A1A8A055-59CB-477B-9A3B-AEA3D58E5104}" destId="{C2D132C6-2A4E-46F1-BD46-94B1A6CC44D8}" srcOrd="1" destOrd="0" presId="urn:microsoft.com/office/officeart/2005/8/layout/hierarchy1"/>
    <dgm:cxn modelId="{8388EC95-B2AF-4FC8-A950-46825065FD3D}" type="presParOf" srcId="{C2D132C6-2A4E-46F1-BD46-94B1A6CC44D8}" destId="{B5A6635F-83D3-4C52-97F9-B998BD419131}" srcOrd="0" destOrd="0" presId="urn:microsoft.com/office/officeart/2005/8/layout/hierarchy1"/>
    <dgm:cxn modelId="{6927219C-3502-477A-8515-D17455B9256F}" type="presParOf" srcId="{B5A6635F-83D3-4C52-97F9-B998BD419131}" destId="{D5052630-0FCB-4D69-ACDC-46E1D9F9819F}" srcOrd="0" destOrd="0" presId="urn:microsoft.com/office/officeart/2005/8/layout/hierarchy1"/>
    <dgm:cxn modelId="{CB1E6EBD-EAA1-4C0E-9746-4F56169FF255}" type="presParOf" srcId="{B5A6635F-83D3-4C52-97F9-B998BD419131}" destId="{9A18635F-AE0B-4C85-A624-EC065BA89FA4}" srcOrd="1" destOrd="0" presId="urn:microsoft.com/office/officeart/2005/8/layout/hierarchy1"/>
    <dgm:cxn modelId="{237EAEBF-9505-4196-A622-EEB13A32AEB6}" type="presParOf" srcId="{C2D132C6-2A4E-46F1-BD46-94B1A6CC44D8}" destId="{1F70A4D4-8603-4710-9371-BAC2D4CB4CA3}" srcOrd="1" destOrd="0" presId="urn:microsoft.com/office/officeart/2005/8/layout/hierarchy1"/>
    <dgm:cxn modelId="{92F91DC9-B17E-4E8F-96C1-285E2BC71C91}" type="presParOf" srcId="{A1A8A055-59CB-477B-9A3B-AEA3D58E5104}" destId="{CCBAD3A3-6907-4DDE-AA8B-C812B2CFF4FF}" srcOrd="2" destOrd="0" presId="urn:microsoft.com/office/officeart/2005/8/layout/hierarchy1"/>
    <dgm:cxn modelId="{2BDAFC6C-7152-4913-B452-EB6FD9663701}" type="presParOf" srcId="{CCBAD3A3-6907-4DDE-AA8B-C812B2CFF4FF}" destId="{9935C602-9458-438E-9892-D08FD256E44C}" srcOrd="0" destOrd="0" presId="urn:microsoft.com/office/officeart/2005/8/layout/hierarchy1"/>
    <dgm:cxn modelId="{1394177F-E7F9-4E13-8FF3-6F81A66557BA}" type="presParOf" srcId="{9935C602-9458-438E-9892-D08FD256E44C}" destId="{CA607278-5F4F-4E29-ADCC-ABD5895106EF}" srcOrd="0" destOrd="0" presId="urn:microsoft.com/office/officeart/2005/8/layout/hierarchy1"/>
    <dgm:cxn modelId="{BA2E13A8-4A8E-4124-81FC-2BB8E7E6A1C7}" type="presParOf" srcId="{9935C602-9458-438E-9892-D08FD256E44C}" destId="{92FCF5E5-96BA-4245-9BBF-23921FC10149}" srcOrd="1" destOrd="0" presId="urn:microsoft.com/office/officeart/2005/8/layout/hierarchy1"/>
    <dgm:cxn modelId="{EB3441AF-FD2E-4099-924F-27F03DEFE005}" type="presParOf" srcId="{CCBAD3A3-6907-4DDE-AA8B-C812B2CFF4FF}" destId="{B901BDD7-DE68-4C03-9494-9C92306B4CBD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A321C741-6D10-4DBA-9298-8497D4F5E515}" type="doc">
      <dgm:prSet loTypeId="urn:microsoft.com/office/officeart/2018/2/layout/IconCircle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E26993E-AE7F-4AB5-AC2F-3517D3AE1D12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Behavioral Biometrics: </a:t>
          </a:r>
        </a:p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By monitoring real-world limits like tiredness and reaction time, the system can spot the natural way humans move, which robotic scripts are too perfect to copy.</a:t>
          </a:r>
        </a:p>
      </dgm:t>
    </dgm:pt>
    <dgm:pt modelId="{F547292D-9835-417A-808C-03D6830B753C}" type="parTrans" cxnId="{DB79A2B9-3B65-44A3-94BA-EF4B61503FEC}">
      <dgm:prSet/>
      <dgm:spPr/>
      <dgm:t>
        <a:bodyPr/>
        <a:lstStyle/>
        <a:p>
          <a:endParaRPr lang="en-US"/>
        </a:p>
      </dgm:t>
    </dgm:pt>
    <dgm:pt modelId="{D1908E89-E70A-4033-8446-58E83C219889}" type="sibTrans" cxnId="{DB79A2B9-3B65-44A3-94BA-EF4B61503FEC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7623677F-B875-420B-9191-9C32EFD35D17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/>
            <a:t>Precision Feature Engineering: </a:t>
          </a:r>
        </a:p>
        <a:p>
          <a:pPr>
            <a:lnSpc>
              <a:spcPct val="100000"/>
            </a:lnSpc>
          </a:pPr>
          <a:r>
            <a:rPr lang="en-US" sz="1400" dirty="0"/>
            <a:t>The system flags robotic speed and reactions faster, making it easy to tell the difference between a perfect computer script and a real person's physical limits.</a:t>
          </a:r>
        </a:p>
      </dgm:t>
    </dgm:pt>
    <dgm:pt modelId="{BBAED5BF-ED2A-46A9-B8DD-7322FA795E3B}" type="parTrans" cxnId="{16F55524-BA1F-4962-A707-A107D2BEEFB0}">
      <dgm:prSet/>
      <dgm:spPr/>
      <dgm:t>
        <a:bodyPr/>
        <a:lstStyle/>
        <a:p>
          <a:endParaRPr lang="en-US"/>
        </a:p>
      </dgm:t>
    </dgm:pt>
    <dgm:pt modelId="{FC6DDA08-B5B3-4900-BEFC-7DBDA7FDB5AB}" type="sibTrans" cxnId="{16F55524-BA1F-4962-A707-A107D2BEEFB0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61C77A84-E249-445F-A9AD-D4FCF448D73F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/>
            <a:t>Optimized Model Selection: </a:t>
          </a:r>
        </a:p>
        <a:p>
          <a:pPr>
            <a:lnSpc>
              <a:spcPct val="100000"/>
            </a:lnSpc>
          </a:pPr>
          <a:r>
            <a:rPr lang="en-US" sz="1400" dirty="0"/>
            <a:t>The system uses a mix of smart AI models to look at movement over time, allowing it to spot subtle, lock-on patterns that basic scanners usually miss.</a:t>
          </a:r>
        </a:p>
      </dgm:t>
    </dgm:pt>
    <dgm:pt modelId="{38C9CC3E-FAD3-47A6-BBC0-CD2BCFA909FF}" type="parTrans" cxnId="{C562B9E4-D384-4FFE-BCA4-2931A8853E29}">
      <dgm:prSet/>
      <dgm:spPr/>
      <dgm:t>
        <a:bodyPr/>
        <a:lstStyle/>
        <a:p>
          <a:endParaRPr lang="en-US"/>
        </a:p>
      </dgm:t>
    </dgm:pt>
    <dgm:pt modelId="{323D60AD-D2F6-432D-B22B-763F56405357}" type="sibTrans" cxnId="{C562B9E4-D384-4FFE-BCA4-2931A8853E29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C0A9C820-D418-42A1-A78C-D176F79C8028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/>
            <a:t>Reducing False Positives: </a:t>
          </a:r>
        </a:p>
        <a:p>
          <a:pPr>
            <a:lnSpc>
              <a:spcPct val="100000"/>
            </a:lnSpc>
          </a:pPr>
          <a:r>
            <a:rPr lang="en-US" sz="1400" dirty="0"/>
            <a:t>The system is trained on data from top-tier professional players to ensure incredible skill isn't mistaken for cheating, keeping the results accurate for everyone.</a:t>
          </a:r>
        </a:p>
      </dgm:t>
    </dgm:pt>
    <dgm:pt modelId="{FB99DAA0-FC80-42E8-97AF-E7B0A6A55726}" type="parTrans" cxnId="{0D9C3688-37BD-4A8E-974F-64716DE3729B}">
      <dgm:prSet/>
      <dgm:spPr/>
      <dgm:t>
        <a:bodyPr/>
        <a:lstStyle/>
        <a:p>
          <a:endParaRPr lang="en-US"/>
        </a:p>
      </dgm:t>
    </dgm:pt>
    <dgm:pt modelId="{2E8D8030-9C68-47C2-A02C-ECF07AE4B05D}" type="sibTrans" cxnId="{0D9C3688-37BD-4A8E-974F-64716DE3729B}">
      <dgm:prSet/>
      <dgm:spPr/>
      <dgm:t>
        <a:bodyPr/>
        <a:lstStyle/>
        <a:p>
          <a:endParaRPr lang="en-US"/>
        </a:p>
      </dgm:t>
    </dgm:pt>
    <dgm:pt modelId="{E6692DD6-E73E-451F-A476-AA36147BA1AA}" type="pres">
      <dgm:prSet presAssocID="{A321C741-6D10-4DBA-9298-8497D4F5E515}" presName="root" presStyleCnt="0">
        <dgm:presLayoutVars>
          <dgm:dir/>
          <dgm:resizeHandles val="exact"/>
        </dgm:presLayoutVars>
      </dgm:prSet>
      <dgm:spPr/>
    </dgm:pt>
    <dgm:pt modelId="{CADA6843-BE33-4D29-82D3-380314DAB22F}" type="pres">
      <dgm:prSet presAssocID="{A321C741-6D10-4DBA-9298-8497D4F5E515}" presName="container" presStyleCnt="0">
        <dgm:presLayoutVars>
          <dgm:dir/>
          <dgm:resizeHandles val="exact"/>
        </dgm:presLayoutVars>
      </dgm:prSet>
      <dgm:spPr/>
    </dgm:pt>
    <dgm:pt modelId="{59B65722-1726-4883-B4C6-6CE236B098D5}" type="pres">
      <dgm:prSet presAssocID="{3E26993E-AE7F-4AB5-AC2F-3517D3AE1D12}" presName="compNode" presStyleCnt="0"/>
      <dgm:spPr/>
    </dgm:pt>
    <dgm:pt modelId="{0B248213-A1C1-4F46-B833-337A93A3BB3B}" type="pres">
      <dgm:prSet presAssocID="{3E26993E-AE7F-4AB5-AC2F-3517D3AE1D12}" presName="iconBgRect" presStyleLbl="bgShp" presStyleIdx="0" presStyleCnt="4"/>
      <dgm:spPr/>
    </dgm:pt>
    <dgm:pt modelId="{501306BA-8113-4C4A-A779-A6F84DFBB44E}" type="pres">
      <dgm:prSet presAssocID="{3E26993E-AE7F-4AB5-AC2F-3517D3AE1D12}" presName="iconRect" presStyleLbl="node1" presStyleIdx="0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inger Print"/>
        </a:ext>
      </dgm:extLst>
    </dgm:pt>
    <dgm:pt modelId="{A7B2FD6E-3EC0-4B54-AFC8-E017FA604142}" type="pres">
      <dgm:prSet presAssocID="{3E26993E-AE7F-4AB5-AC2F-3517D3AE1D12}" presName="spaceRect" presStyleCnt="0"/>
      <dgm:spPr/>
    </dgm:pt>
    <dgm:pt modelId="{9E79A0F0-7F84-4DFC-9D92-450BAD9BBD50}" type="pres">
      <dgm:prSet presAssocID="{3E26993E-AE7F-4AB5-AC2F-3517D3AE1D12}" presName="textRect" presStyleLbl="revTx" presStyleIdx="0" presStyleCnt="4">
        <dgm:presLayoutVars>
          <dgm:chMax val="1"/>
          <dgm:chPref val="1"/>
        </dgm:presLayoutVars>
      </dgm:prSet>
      <dgm:spPr/>
    </dgm:pt>
    <dgm:pt modelId="{CC937E25-6F9C-408F-8A1F-AEF4A2DDFA32}" type="pres">
      <dgm:prSet presAssocID="{D1908E89-E70A-4033-8446-58E83C219889}" presName="sibTrans" presStyleLbl="sibTrans2D1" presStyleIdx="0" presStyleCnt="0"/>
      <dgm:spPr/>
    </dgm:pt>
    <dgm:pt modelId="{C836CB76-2FD4-4206-83F2-2B63227A8CD2}" type="pres">
      <dgm:prSet presAssocID="{7623677F-B875-420B-9191-9C32EFD35D17}" presName="compNode" presStyleCnt="0"/>
      <dgm:spPr/>
    </dgm:pt>
    <dgm:pt modelId="{24333D3E-06F5-4069-90EB-8FABC6B81111}" type="pres">
      <dgm:prSet presAssocID="{7623677F-B875-420B-9191-9C32EFD35D17}" presName="iconBgRect" presStyleLbl="bgShp" presStyleIdx="1" presStyleCnt="4"/>
      <dgm:spPr/>
    </dgm:pt>
    <dgm:pt modelId="{E29BE8F9-4C2A-4EFA-A629-E282EBB2FC24}" type="pres">
      <dgm:prSet presAssocID="{7623677F-B875-420B-9191-9C32EFD35D17}" presName="iconRect" presStyleLbl="node1" presStyleIdx="1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obot"/>
        </a:ext>
      </dgm:extLst>
    </dgm:pt>
    <dgm:pt modelId="{38F6DCF3-C248-485A-BD11-4D40C13C3B49}" type="pres">
      <dgm:prSet presAssocID="{7623677F-B875-420B-9191-9C32EFD35D17}" presName="spaceRect" presStyleCnt="0"/>
      <dgm:spPr/>
    </dgm:pt>
    <dgm:pt modelId="{DB29C11C-3487-4BFC-970D-FEF7766873AB}" type="pres">
      <dgm:prSet presAssocID="{7623677F-B875-420B-9191-9C32EFD35D17}" presName="textRect" presStyleLbl="revTx" presStyleIdx="1" presStyleCnt="4">
        <dgm:presLayoutVars>
          <dgm:chMax val="1"/>
          <dgm:chPref val="1"/>
        </dgm:presLayoutVars>
      </dgm:prSet>
      <dgm:spPr/>
    </dgm:pt>
    <dgm:pt modelId="{8601F442-E7C4-452D-9E1A-A4F2E1E64E84}" type="pres">
      <dgm:prSet presAssocID="{FC6DDA08-B5B3-4900-BEFC-7DBDA7FDB5AB}" presName="sibTrans" presStyleLbl="sibTrans2D1" presStyleIdx="0" presStyleCnt="0"/>
      <dgm:spPr/>
    </dgm:pt>
    <dgm:pt modelId="{3F7C69FE-1D7E-403D-8874-B09A622AB4A4}" type="pres">
      <dgm:prSet presAssocID="{61C77A84-E249-445F-A9AD-D4FCF448D73F}" presName="compNode" presStyleCnt="0"/>
      <dgm:spPr/>
    </dgm:pt>
    <dgm:pt modelId="{DF9C316E-C617-4AFD-92F9-A62679EB39C9}" type="pres">
      <dgm:prSet presAssocID="{61C77A84-E249-445F-A9AD-D4FCF448D73F}" presName="iconBgRect" presStyleLbl="bgShp" presStyleIdx="2" presStyleCnt="4"/>
      <dgm:spPr/>
    </dgm:pt>
    <dgm:pt modelId="{AC6FC146-D2C5-4F8E-B177-F4EE23B600DC}" type="pres">
      <dgm:prSet presAssocID="{61C77A84-E249-445F-A9AD-D4FCF448D73F}" presName="iconRect" presStyleLbl="node1" presStyleIdx="2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ridge scene"/>
        </a:ext>
      </dgm:extLst>
    </dgm:pt>
    <dgm:pt modelId="{AE6A9A04-5784-4045-9E0F-30BA663D5F9D}" type="pres">
      <dgm:prSet presAssocID="{61C77A84-E249-445F-A9AD-D4FCF448D73F}" presName="spaceRect" presStyleCnt="0"/>
      <dgm:spPr/>
    </dgm:pt>
    <dgm:pt modelId="{46A9486A-D826-407A-B6C6-3CB3CB425B17}" type="pres">
      <dgm:prSet presAssocID="{61C77A84-E249-445F-A9AD-D4FCF448D73F}" presName="textRect" presStyleLbl="revTx" presStyleIdx="2" presStyleCnt="4">
        <dgm:presLayoutVars>
          <dgm:chMax val="1"/>
          <dgm:chPref val="1"/>
        </dgm:presLayoutVars>
      </dgm:prSet>
      <dgm:spPr/>
    </dgm:pt>
    <dgm:pt modelId="{E3A63F1B-D2E6-48D1-A3FE-1B3A17CF14D5}" type="pres">
      <dgm:prSet presAssocID="{323D60AD-D2F6-432D-B22B-763F56405357}" presName="sibTrans" presStyleLbl="sibTrans2D1" presStyleIdx="0" presStyleCnt="0"/>
      <dgm:spPr/>
    </dgm:pt>
    <dgm:pt modelId="{98B328E1-4FCA-45EA-9BBC-7FB254511197}" type="pres">
      <dgm:prSet presAssocID="{C0A9C820-D418-42A1-A78C-D176F79C8028}" presName="compNode" presStyleCnt="0"/>
      <dgm:spPr/>
    </dgm:pt>
    <dgm:pt modelId="{D9C32E9B-533A-4D67-ADE0-49781E699924}" type="pres">
      <dgm:prSet presAssocID="{C0A9C820-D418-42A1-A78C-D176F79C8028}" presName="iconBgRect" presStyleLbl="bgShp" presStyleIdx="3" presStyleCnt="4"/>
      <dgm:spPr/>
    </dgm:pt>
    <dgm:pt modelId="{9BA2C991-54FF-4592-879F-0C7A67362C7D}" type="pres">
      <dgm:prSet presAssocID="{C0A9C820-D418-42A1-A78C-D176F79C8028}" presName="iconRect" presStyleLbl="node1" presStyleIdx="3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B7C9837C-A65A-4C6C-A0A2-EF796ADCB9EB}" type="pres">
      <dgm:prSet presAssocID="{C0A9C820-D418-42A1-A78C-D176F79C8028}" presName="spaceRect" presStyleCnt="0"/>
      <dgm:spPr/>
    </dgm:pt>
    <dgm:pt modelId="{D210E1DE-823F-4C6D-8D5E-7441053BC601}" type="pres">
      <dgm:prSet presAssocID="{C0A9C820-D418-42A1-A78C-D176F79C8028}" presName="textRect" presStyleLbl="revTx" presStyleIdx="3" presStyleCnt="4">
        <dgm:presLayoutVars>
          <dgm:chMax val="1"/>
          <dgm:chPref val="1"/>
        </dgm:presLayoutVars>
      </dgm:prSet>
      <dgm:spPr/>
    </dgm:pt>
  </dgm:ptLst>
  <dgm:cxnLst>
    <dgm:cxn modelId="{ED374404-ED56-4409-83EA-A26E1B2DBCDB}" type="presOf" srcId="{7623677F-B875-420B-9191-9C32EFD35D17}" destId="{DB29C11C-3487-4BFC-970D-FEF7766873AB}" srcOrd="0" destOrd="0" presId="urn:microsoft.com/office/officeart/2018/2/layout/IconCircleList"/>
    <dgm:cxn modelId="{67A1360D-F343-4E08-A41D-6511AE703FE5}" type="presOf" srcId="{3E26993E-AE7F-4AB5-AC2F-3517D3AE1D12}" destId="{9E79A0F0-7F84-4DFC-9D92-450BAD9BBD50}" srcOrd="0" destOrd="0" presId="urn:microsoft.com/office/officeart/2018/2/layout/IconCircleList"/>
    <dgm:cxn modelId="{16F55524-BA1F-4962-A707-A107D2BEEFB0}" srcId="{A321C741-6D10-4DBA-9298-8497D4F5E515}" destId="{7623677F-B875-420B-9191-9C32EFD35D17}" srcOrd="1" destOrd="0" parTransId="{BBAED5BF-ED2A-46A9-B8DD-7322FA795E3B}" sibTransId="{FC6DDA08-B5B3-4900-BEFC-7DBDA7FDB5AB}"/>
    <dgm:cxn modelId="{91C3485C-6A2F-43A5-84CD-EEC24CDD5F2A}" type="presOf" srcId="{61C77A84-E249-445F-A9AD-D4FCF448D73F}" destId="{46A9486A-D826-407A-B6C6-3CB3CB425B17}" srcOrd="0" destOrd="0" presId="urn:microsoft.com/office/officeart/2018/2/layout/IconCircleList"/>
    <dgm:cxn modelId="{0D9C3688-37BD-4A8E-974F-64716DE3729B}" srcId="{A321C741-6D10-4DBA-9298-8497D4F5E515}" destId="{C0A9C820-D418-42A1-A78C-D176F79C8028}" srcOrd="3" destOrd="0" parTransId="{FB99DAA0-FC80-42E8-97AF-E7B0A6A55726}" sibTransId="{2E8D8030-9C68-47C2-A02C-ECF07AE4B05D}"/>
    <dgm:cxn modelId="{A9DEE0AD-71CD-422C-BD97-866555760CE2}" type="presOf" srcId="{A321C741-6D10-4DBA-9298-8497D4F5E515}" destId="{E6692DD6-E73E-451F-A476-AA36147BA1AA}" srcOrd="0" destOrd="0" presId="urn:microsoft.com/office/officeart/2018/2/layout/IconCircleList"/>
    <dgm:cxn modelId="{DB79A2B9-3B65-44A3-94BA-EF4B61503FEC}" srcId="{A321C741-6D10-4DBA-9298-8497D4F5E515}" destId="{3E26993E-AE7F-4AB5-AC2F-3517D3AE1D12}" srcOrd="0" destOrd="0" parTransId="{F547292D-9835-417A-808C-03D6830B753C}" sibTransId="{D1908E89-E70A-4033-8446-58E83C219889}"/>
    <dgm:cxn modelId="{2DFEF5C8-E981-4E9C-8DD0-14418B511A83}" type="presOf" srcId="{D1908E89-E70A-4033-8446-58E83C219889}" destId="{CC937E25-6F9C-408F-8A1F-AEF4A2DDFA32}" srcOrd="0" destOrd="0" presId="urn:microsoft.com/office/officeart/2018/2/layout/IconCircleList"/>
    <dgm:cxn modelId="{F237C6D7-5FEF-4ADB-A24F-9C949F47E8B4}" type="presOf" srcId="{FC6DDA08-B5B3-4900-BEFC-7DBDA7FDB5AB}" destId="{8601F442-E7C4-452D-9E1A-A4F2E1E64E84}" srcOrd="0" destOrd="0" presId="urn:microsoft.com/office/officeart/2018/2/layout/IconCircleList"/>
    <dgm:cxn modelId="{12154FE4-782D-46D1-AB6A-CF6796B9C8DA}" type="presOf" srcId="{323D60AD-D2F6-432D-B22B-763F56405357}" destId="{E3A63F1B-D2E6-48D1-A3FE-1B3A17CF14D5}" srcOrd="0" destOrd="0" presId="urn:microsoft.com/office/officeart/2018/2/layout/IconCircleList"/>
    <dgm:cxn modelId="{C562B9E4-D384-4FFE-BCA4-2931A8853E29}" srcId="{A321C741-6D10-4DBA-9298-8497D4F5E515}" destId="{61C77A84-E249-445F-A9AD-D4FCF448D73F}" srcOrd="2" destOrd="0" parTransId="{38C9CC3E-FAD3-47A6-BBC0-CD2BCFA909FF}" sibTransId="{323D60AD-D2F6-432D-B22B-763F56405357}"/>
    <dgm:cxn modelId="{13166FEE-8ED2-4229-B783-734D8E3C560A}" type="presOf" srcId="{C0A9C820-D418-42A1-A78C-D176F79C8028}" destId="{D210E1DE-823F-4C6D-8D5E-7441053BC601}" srcOrd="0" destOrd="0" presId="urn:microsoft.com/office/officeart/2018/2/layout/IconCircleList"/>
    <dgm:cxn modelId="{8372BC8E-C27D-4919-8497-94905C6CF8B6}" type="presParOf" srcId="{E6692DD6-E73E-451F-A476-AA36147BA1AA}" destId="{CADA6843-BE33-4D29-82D3-380314DAB22F}" srcOrd="0" destOrd="0" presId="urn:microsoft.com/office/officeart/2018/2/layout/IconCircleList"/>
    <dgm:cxn modelId="{32E14DEF-C28E-4064-8666-77021A0AC6D9}" type="presParOf" srcId="{CADA6843-BE33-4D29-82D3-380314DAB22F}" destId="{59B65722-1726-4883-B4C6-6CE236B098D5}" srcOrd="0" destOrd="0" presId="urn:microsoft.com/office/officeart/2018/2/layout/IconCircleList"/>
    <dgm:cxn modelId="{1177A848-FE2B-4D34-809D-4D0CAEE2890A}" type="presParOf" srcId="{59B65722-1726-4883-B4C6-6CE236B098D5}" destId="{0B248213-A1C1-4F46-B833-337A93A3BB3B}" srcOrd="0" destOrd="0" presId="urn:microsoft.com/office/officeart/2018/2/layout/IconCircleList"/>
    <dgm:cxn modelId="{D2146783-D5CA-4F10-9020-C423729D065F}" type="presParOf" srcId="{59B65722-1726-4883-B4C6-6CE236B098D5}" destId="{501306BA-8113-4C4A-A779-A6F84DFBB44E}" srcOrd="1" destOrd="0" presId="urn:microsoft.com/office/officeart/2018/2/layout/IconCircleList"/>
    <dgm:cxn modelId="{E88AF653-ECFB-4FA9-B0FC-7899602A9C3C}" type="presParOf" srcId="{59B65722-1726-4883-B4C6-6CE236B098D5}" destId="{A7B2FD6E-3EC0-4B54-AFC8-E017FA604142}" srcOrd="2" destOrd="0" presId="urn:microsoft.com/office/officeart/2018/2/layout/IconCircleList"/>
    <dgm:cxn modelId="{BDA928AA-783A-4EC4-B5B2-2EF74199C6CE}" type="presParOf" srcId="{59B65722-1726-4883-B4C6-6CE236B098D5}" destId="{9E79A0F0-7F84-4DFC-9D92-450BAD9BBD50}" srcOrd="3" destOrd="0" presId="urn:microsoft.com/office/officeart/2018/2/layout/IconCircleList"/>
    <dgm:cxn modelId="{081BB343-4D48-4DD8-A4E2-198C62C4F0B7}" type="presParOf" srcId="{CADA6843-BE33-4D29-82D3-380314DAB22F}" destId="{CC937E25-6F9C-408F-8A1F-AEF4A2DDFA32}" srcOrd="1" destOrd="0" presId="urn:microsoft.com/office/officeart/2018/2/layout/IconCircleList"/>
    <dgm:cxn modelId="{F7B1BE3D-4880-4B23-A07B-E496B47D6450}" type="presParOf" srcId="{CADA6843-BE33-4D29-82D3-380314DAB22F}" destId="{C836CB76-2FD4-4206-83F2-2B63227A8CD2}" srcOrd="2" destOrd="0" presId="urn:microsoft.com/office/officeart/2018/2/layout/IconCircleList"/>
    <dgm:cxn modelId="{290E528C-04FD-4A9D-A130-7A7B18D5514F}" type="presParOf" srcId="{C836CB76-2FD4-4206-83F2-2B63227A8CD2}" destId="{24333D3E-06F5-4069-90EB-8FABC6B81111}" srcOrd="0" destOrd="0" presId="urn:microsoft.com/office/officeart/2018/2/layout/IconCircleList"/>
    <dgm:cxn modelId="{38BA068E-D8B7-4FC8-95B8-356072941666}" type="presParOf" srcId="{C836CB76-2FD4-4206-83F2-2B63227A8CD2}" destId="{E29BE8F9-4C2A-4EFA-A629-E282EBB2FC24}" srcOrd="1" destOrd="0" presId="urn:microsoft.com/office/officeart/2018/2/layout/IconCircleList"/>
    <dgm:cxn modelId="{D8256CEB-7366-4BB5-980B-155A4A58137C}" type="presParOf" srcId="{C836CB76-2FD4-4206-83F2-2B63227A8CD2}" destId="{38F6DCF3-C248-485A-BD11-4D40C13C3B49}" srcOrd="2" destOrd="0" presId="urn:microsoft.com/office/officeart/2018/2/layout/IconCircleList"/>
    <dgm:cxn modelId="{0BF66B9E-9A5A-4DB5-BA81-42D0CE99F56B}" type="presParOf" srcId="{C836CB76-2FD4-4206-83F2-2B63227A8CD2}" destId="{DB29C11C-3487-4BFC-970D-FEF7766873AB}" srcOrd="3" destOrd="0" presId="urn:microsoft.com/office/officeart/2018/2/layout/IconCircleList"/>
    <dgm:cxn modelId="{906FF1CF-9E26-4B1B-991F-F222B2EE4815}" type="presParOf" srcId="{CADA6843-BE33-4D29-82D3-380314DAB22F}" destId="{8601F442-E7C4-452D-9E1A-A4F2E1E64E84}" srcOrd="3" destOrd="0" presId="urn:microsoft.com/office/officeart/2018/2/layout/IconCircleList"/>
    <dgm:cxn modelId="{527EEF89-1CFE-4C97-9552-960868D857B8}" type="presParOf" srcId="{CADA6843-BE33-4D29-82D3-380314DAB22F}" destId="{3F7C69FE-1D7E-403D-8874-B09A622AB4A4}" srcOrd="4" destOrd="0" presId="urn:microsoft.com/office/officeart/2018/2/layout/IconCircleList"/>
    <dgm:cxn modelId="{793E921D-84DF-4DC1-A9FD-082BBADF6BA9}" type="presParOf" srcId="{3F7C69FE-1D7E-403D-8874-B09A622AB4A4}" destId="{DF9C316E-C617-4AFD-92F9-A62679EB39C9}" srcOrd="0" destOrd="0" presId="urn:microsoft.com/office/officeart/2018/2/layout/IconCircleList"/>
    <dgm:cxn modelId="{19D7C9F6-9445-4BC4-954E-E957A63950E6}" type="presParOf" srcId="{3F7C69FE-1D7E-403D-8874-B09A622AB4A4}" destId="{AC6FC146-D2C5-4F8E-B177-F4EE23B600DC}" srcOrd="1" destOrd="0" presId="urn:microsoft.com/office/officeart/2018/2/layout/IconCircleList"/>
    <dgm:cxn modelId="{14E0ABED-ED29-4251-BE63-B1266F506F76}" type="presParOf" srcId="{3F7C69FE-1D7E-403D-8874-B09A622AB4A4}" destId="{AE6A9A04-5784-4045-9E0F-30BA663D5F9D}" srcOrd="2" destOrd="0" presId="urn:microsoft.com/office/officeart/2018/2/layout/IconCircleList"/>
    <dgm:cxn modelId="{FA4298C9-B081-4F97-AB29-41B1CC436085}" type="presParOf" srcId="{3F7C69FE-1D7E-403D-8874-B09A622AB4A4}" destId="{46A9486A-D826-407A-B6C6-3CB3CB425B17}" srcOrd="3" destOrd="0" presId="urn:microsoft.com/office/officeart/2018/2/layout/IconCircleList"/>
    <dgm:cxn modelId="{A610B1F7-BCF7-4D17-939A-C6DBEE9C0766}" type="presParOf" srcId="{CADA6843-BE33-4D29-82D3-380314DAB22F}" destId="{E3A63F1B-D2E6-48D1-A3FE-1B3A17CF14D5}" srcOrd="5" destOrd="0" presId="urn:microsoft.com/office/officeart/2018/2/layout/IconCircleList"/>
    <dgm:cxn modelId="{CE313D82-65BF-452B-82AC-F89E9807198D}" type="presParOf" srcId="{CADA6843-BE33-4D29-82D3-380314DAB22F}" destId="{98B328E1-4FCA-45EA-9BBC-7FB254511197}" srcOrd="6" destOrd="0" presId="urn:microsoft.com/office/officeart/2018/2/layout/IconCircleList"/>
    <dgm:cxn modelId="{7795AF87-9276-4EE4-9F57-F19248F29136}" type="presParOf" srcId="{98B328E1-4FCA-45EA-9BBC-7FB254511197}" destId="{D9C32E9B-533A-4D67-ADE0-49781E699924}" srcOrd="0" destOrd="0" presId="urn:microsoft.com/office/officeart/2018/2/layout/IconCircleList"/>
    <dgm:cxn modelId="{0A84FB4B-80AE-4A4F-AB79-20412A6F87BF}" type="presParOf" srcId="{98B328E1-4FCA-45EA-9BBC-7FB254511197}" destId="{9BA2C991-54FF-4592-879F-0C7A67362C7D}" srcOrd="1" destOrd="0" presId="urn:microsoft.com/office/officeart/2018/2/layout/IconCircleList"/>
    <dgm:cxn modelId="{1D75C8A8-8AA9-46AC-98E9-3613C4CF3550}" type="presParOf" srcId="{98B328E1-4FCA-45EA-9BBC-7FB254511197}" destId="{B7C9837C-A65A-4C6C-A0A2-EF796ADCB9EB}" srcOrd="2" destOrd="0" presId="urn:microsoft.com/office/officeart/2018/2/layout/IconCircleList"/>
    <dgm:cxn modelId="{B6BC4C05-32AB-47DE-8826-1F2FA50EBA5E}" type="presParOf" srcId="{98B328E1-4FCA-45EA-9BBC-7FB254511197}" destId="{D210E1DE-823F-4C6D-8D5E-7441053BC601}" srcOrd="3" destOrd="0" presId="urn:microsoft.com/office/officeart/2018/2/layout/IconCircle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C8A94544-86D4-437E-A93E-CED65454C2DB}" type="doc">
      <dgm:prSet loTypeId="urn:microsoft.com/office/officeart/2018/2/layout/IconCircle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4947E08-DEAF-4E18-85E8-1C734842DDE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600" dirty="0"/>
            <a:t>Robustness: </a:t>
          </a:r>
        </a:p>
        <a:p>
          <a:pPr>
            <a:lnSpc>
              <a:spcPct val="100000"/>
            </a:lnSpc>
          </a:pPr>
          <a:r>
            <a:rPr lang="en-US" sz="1600" dirty="0"/>
            <a:t>Behavioral patterns are far more difficult to spoof than software files.</a:t>
          </a:r>
        </a:p>
      </dgm:t>
    </dgm:pt>
    <dgm:pt modelId="{EF68202B-2E86-4F35-B610-EF7C6A81AA86}" type="parTrans" cxnId="{838D72DE-CD22-4245-95D3-2AE862579CF3}">
      <dgm:prSet/>
      <dgm:spPr/>
      <dgm:t>
        <a:bodyPr/>
        <a:lstStyle/>
        <a:p>
          <a:endParaRPr lang="en-US"/>
        </a:p>
      </dgm:t>
    </dgm:pt>
    <dgm:pt modelId="{2FC124E7-9218-4245-A8DC-58D2C97686F8}" type="sibTrans" cxnId="{838D72DE-CD22-4245-95D3-2AE862579CF3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ACACEDDE-77B9-472D-A62D-5EF338281EA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Accuracy: </a:t>
          </a:r>
        </a:p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Temporal modeling captures the robotic sequence of movement over time rather than in isolation.</a:t>
          </a:r>
        </a:p>
      </dgm:t>
    </dgm:pt>
    <dgm:pt modelId="{941EE033-31A3-4E97-986A-8DFAC917FF11}" type="parTrans" cxnId="{97762ED6-CAAE-48DE-BAF8-693DD6D157F6}">
      <dgm:prSet/>
      <dgm:spPr/>
      <dgm:t>
        <a:bodyPr/>
        <a:lstStyle/>
        <a:p>
          <a:endParaRPr lang="en-US"/>
        </a:p>
      </dgm:t>
    </dgm:pt>
    <dgm:pt modelId="{E56F7722-601D-4FAA-A67F-19BB51534728}" type="sibTrans" cxnId="{97762ED6-CAAE-48DE-BAF8-693DD6D157F6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48316324-CF10-45B6-A92C-54D3F030EFA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600" dirty="0"/>
            <a:t>Scalability: </a:t>
          </a:r>
        </a:p>
        <a:p>
          <a:pPr>
            <a:lnSpc>
              <a:spcPct val="100000"/>
            </a:lnSpc>
          </a:pPr>
          <a:r>
            <a:rPr lang="en-US" sz="1600" dirty="0"/>
            <a:t>Once trained, the model can analyze thousands of matches per second.</a:t>
          </a:r>
        </a:p>
      </dgm:t>
    </dgm:pt>
    <dgm:pt modelId="{CD5785C4-18B0-4EDC-AD68-C75EAD535999}" type="parTrans" cxnId="{31A63151-E778-4DAD-9253-B744AA01736A}">
      <dgm:prSet/>
      <dgm:spPr/>
      <dgm:t>
        <a:bodyPr/>
        <a:lstStyle/>
        <a:p>
          <a:endParaRPr lang="en-US"/>
        </a:p>
      </dgm:t>
    </dgm:pt>
    <dgm:pt modelId="{492B8BD8-4FF7-47EC-AC38-CA867A570233}" type="sibTrans" cxnId="{31A63151-E778-4DAD-9253-B744AA01736A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9B0ABC16-68D4-4A2B-BB12-8C9F42C9441C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Future-Proof: </a:t>
          </a:r>
        </a:p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As new cheats emerge, the system can be retrained on new behavioral data without needing the original source code of the cheat.</a:t>
          </a:r>
        </a:p>
      </dgm:t>
    </dgm:pt>
    <dgm:pt modelId="{4221C568-A872-4387-B01C-06F037A1C8E6}" type="parTrans" cxnId="{6992B3A2-1804-44BB-8AD6-0B65237AA764}">
      <dgm:prSet/>
      <dgm:spPr/>
      <dgm:t>
        <a:bodyPr/>
        <a:lstStyle/>
        <a:p>
          <a:endParaRPr lang="en-US"/>
        </a:p>
      </dgm:t>
    </dgm:pt>
    <dgm:pt modelId="{73E496A7-E000-4D6F-BE10-665DF375959C}" type="sibTrans" cxnId="{6992B3A2-1804-44BB-8AD6-0B65237AA764}">
      <dgm:prSet/>
      <dgm:spPr/>
      <dgm:t>
        <a:bodyPr/>
        <a:lstStyle/>
        <a:p>
          <a:endParaRPr lang="en-US"/>
        </a:p>
      </dgm:t>
    </dgm:pt>
    <dgm:pt modelId="{A74C409A-F175-4E28-9769-0E2B6401982D}" type="pres">
      <dgm:prSet presAssocID="{C8A94544-86D4-437E-A93E-CED65454C2DB}" presName="root" presStyleCnt="0">
        <dgm:presLayoutVars>
          <dgm:dir/>
          <dgm:resizeHandles val="exact"/>
        </dgm:presLayoutVars>
      </dgm:prSet>
      <dgm:spPr/>
    </dgm:pt>
    <dgm:pt modelId="{1DEF4466-92CB-45EC-A4ED-5837464015A1}" type="pres">
      <dgm:prSet presAssocID="{C8A94544-86D4-437E-A93E-CED65454C2DB}" presName="container" presStyleCnt="0">
        <dgm:presLayoutVars>
          <dgm:dir/>
          <dgm:resizeHandles val="exact"/>
        </dgm:presLayoutVars>
      </dgm:prSet>
      <dgm:spPr/>
    </dgm:pt>
    <dgm:pt modelId="{0AF3970C-6EDC-4C77-B60F-7B5A94526853}" type="pres">
      <dgm:prSet presAssocID="{34947E08-DEAF-4E18-85E8-1C734842DDEB}" presName="compNode" presStyleCnt="0"/>
      <dgm:spPr/>
    </dgm:pt>
    <dgm:pt modelId="{A2161FFD-8FBB-4584-9963-1FCDD25E7D3E}" type="pres">
      <dgm:prSet presAssocID="{34947E08-DEAF-4E18-85E8-1C734842DDEB}" presName="iconBgRect" presStyleLbl="bgShp" presStyleIdx="0" presStyleCnt="4"/>
      <dgm:spPr/>
    </dgm:pt>
    <dgm:pt modelId="{ACE24AD1-6E5E-45AC-A144-F92EF890A4E2}" type="pres">
      <dgm:prSet presAssocID="{34947E08-DEAF-4E18-85E8-1C734842DDEB}" presName="iconRect" presStyleLbl="node1" presStyleIdx="0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5EE040DA-4B99-4729-8371-2822041229AC}" type="pres">
      <dgm:prSet presAssocID="{34947E08-DEAF-4E18-85E8-1C734842DDEB}" presName="spaceRect" presStyleCnt="0"/>
      <dgm:spPr/>
    </dgm:pt>
    <dgm:pt modelId="{8096D0A6-D6A7-4016-B934-A9D3D29FD263}" type="pres">
      <dgm:prSet presAssocID="{34947E08-DEAF-4E18-85E8-1C734842DDEB}" presName="textRect" presStyleLbl="revTx" presStyleIdx="0" presStyleCnt="4">
        <dgm:presLayoutVars>
          <dgm:chMax val="1"/>
          <dgm:chPref val="1"/>
        </dgm:presLayoutVars>
      </dgm:prSet>
      <dgm:spPr/>
    </dgm:pt>
    <dgm:pt modelId="{DD45B7C7-D5ED-4F0A-9ABA-F177F7571DB4}" type="pres">
      <dgm:prSet presAssocID="{2FC124E7-9218-4245-A8DC-58D2C97686F8}" presName="sibTrans" presStyleLbl="sibTrans2D1" presStyleIdx="0" presStyleCnt="0"/>
      <dgm:spPr/>
    </dgm:pt>
    <dgm:pt modelId="{BF0FCE2A-BC93-4F90-902B-D5B388595899}" type="pres">
      <dgm:prSet presAssocID="{ACACEDDE-77B9-472D-A62D-5EF338281EAB}" presName="compNode" presStyleCnt="0"/>
      <dgm:spPr/>
    </dgm:pt>
    <dgm:pt modelId="{C7ED2C4E-A95A-47EA-B534-AE3546D590CB}" type="pres">
      <dgm:prSet presAssocID="{ACACEDDE-77B9-472D-A62D-5EF338281EAB}" presName="iconBgRect" presStyleLbl="bgShp" presStyleIdx="1" presStyleCnt="4"/>
      <dgm:spPr/>
    </dgm:pt>
    <dgm:pt modelId="{0AAF136E-1051-4F4B-81B2-8804853AE31F}" type="pres">
      <dgm:prSet presAssocID="{ACACEDDE-77B9-472D-A62D-5EF338281EAB}" presName="iconRect" presStyleLbl="node1" presStyleIdx="1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18AC9A8E-6626-4363-BCCD-8019C19A12CF}" type="pres">
      <dgm:prSet presAssocID="{ACACEDDE-77B9-472D-A62D-5EF338281EAB}" presName="spaceRect" presStyleCnt="0"/>
      <dgm:spPr/>
    </dgm:pt>
    <dgm:pt modelId="{36F5A2FE-CB00-47B6-9FC4-903358C87776}" type="pres">
      <dgm:prSet presAssocID="{ACACEDDE-77B9-472D-A62D-5EF338281EAB}" presName="textRect" presStyleLbl="revTx" presStyleIdx="1" presStyleCnt="4">
        <dgm:presLayoutVars>
          <dgm:chMax val="1"/>
          <dgm:chPref val="1"/>
        </dgm:presLayoutVars>
      </dgm:prSet>
      <dgm:spPr/>
    </dgm:pt>
    <dgm:pt modelId="{100939F1-6B1E-4A8D-B599-1D3B5C0E72B9}" type="pres">
      <dgm:prSet presAssocID="{E56F7722-601D-4FAA-A67F-19BB51534728}" presName="sibTrans" presStyleLbl="sibTrans2D1" presStyleIdx="0" presStyleCnt="0"/>
      <dgm:spPr/>
    </dgm:pt>
    <dgm:pt modelId="{7E6229AB-B8E9-4CE1-AA46-F2E190665798}" type="pres">
      <dgm:prSet presAssocID="{48316324-CF10-45B6-A92C-54D3F030EFAB}" presName="compNode" presStyleCnt="0"/>
      <dgm:spPr/>
    </dgm:pt>
    <dgm:pt modelId="{B54356BE-AD34-48A0-90A2-B44CA490D279}" type="pres">
      <dgm:prSet presAssocID="{48316324-CF10-45B6-A92C-54D3F030EFAB}" presName="iconBgRect" presStyleLbl="bgShp" presStyleIdx="2" presStyleCnt="4"/>
      <dgm:spPr/>
    </dgm:pt>
    <dgm:pt modelId="{DA2E6D84-29EE-4399-A353-91BD3FA81FE2}" type="pres">
      <dgm:prSet presAssocID="{48316324-CF10-45B6-A92C-54D3F030EFAB}" presName="iconRect" presStyleLbl="node1" presStyleIdx="2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3270DB12-D4A9-4979-B50B-DACB3BB1330C}" type="pres">
      <dgm:prSet presAssocID="{48316324-CF10-45B6-A92C-54D3F030EFAB}" presName="spaceRect" presStyleCnt="0"/>
      <dgm:spPr/>
    </dgm:pt>
    <dgm:pt modelId="{C41C70A9-ACFD-4F2D-BD63-EBF28CB3F5EC}" type="pres">
      <dgm:prSet presAssocID="{48316324-CF10-45B6-A92C-54D3F030EFAB}" presName="textRect" presStyleLbl="revTx" presStyleIdx="2" presStyleCnt="4">
        <dgm:presLayoutVars>
          <dgm:chMax val="1"/>
          <dgm:chPref val="1"/>
        </dgm:presLayoutVars>
      </dgm:prSet>
      <dgm:spPr/>
    </dgm:pt>
    <dgm:pt modelId="{F2D3A5E6-6781-48D3-8A9C-52FCA3AB4F7E}" type="pres">
      <dgm:prSet presAssocID="{492B8BD8-4FF7-47EC-AC38-CA867A570233}" presName="sibTrans" presStyleLbl="sibTrans2D1" presStyleIdx="0" presStyleCnt="0"/>
      <dgm:spPr/>
    </dgm:pt>
    <dgm:pt modelId="{15719650-E706-49F8-AD83-93456CF3E62F}" type="pres">
      <dgm:prSet presAssocID="{9B0ABC16-68D4-4A2B-BB12-8C9F42C9441C}" presName="compNode" presStyleCnt="0"/>
      <dgm:spPr/>
    </dgm:pt>
    <dgm:pt modelId="{975C0E61-9EEE-4950-AA19-7641AB829E25}" type="pres">
      <dgm:prSet presAssocID="{9B0ABC16-68D4-4A2B-BB12-8C9F42C9441C}" presName="iconBgRect" presStyleLbl="bgShp" presStyleIdx="3" presStyleCnt="4"/>
      <dgm:spPr/>
    </dgm:pt>
    <dgm:pt modelId="{6022B8AE-1271-4B8F-905F-6404BA676EEA}" type="pres">
      <dgm:prSet presAssocID="{9B0ABC16-68D4-4A2B-BB12-8C9F42C9441C}" presName="iconRect" presStyleLbl="node1" presStyleIdx="3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ABCD9F5-8204-4E4A-9614-DB673170C511}" type="pres">
      <dgm:prSet presAssocID="{9B0ABC16-68D4-4A2B-BB12-8C9F42C9441C}" presName="spaceRect" presStyleCnt="0"/>
      <dgm:spPr/>
    </dgm:pt>
    <dgm:pt modelId="{5C0A8F83-CE0A-4282-A16F-8114BAD85262}" type="pres">
      <dgm:prSet presAssocID="{9B0ABC16-68D4-4A2B-BB12-8C9F42C9441C}" presName="textRect" presStyleLbl="revTx" presStyleIdx="3" presStyleCnt="4">
        <dgm:presLayoutVars>
          <dgm:chMax val="1"/>
          <dgm:chPref val="1"/>
        </dgm:presLayoutVars>
      </dgm:prSet>
      <dgm:spPr/>
    </dgm:pt>
  </dgm:ptLst>
  <dgm:cxnLst>
    <dgm:cxn modelId="{D568C80A-F2A2-4F6A-B779-43EFA586A83E}" type="presOf" srcId="{34947E08-DEAF-4E18-85E8-1C734842DDEB}" destId="{8096D0A6-D6A7-4016-B934-A9D3D29FD263}" srcOrd="0" destOrd="0" presId="urn:microsoft.com/office/officeart/2018/2/layout/IconCircleList"/>
    <dgm:cxn modelId="{F071FA11-5F4E-474A-B009-DB7244868446}" type="presOf" srcId="{48316324-CF10-45B6-A92C-54D3F030EFAB}" destId="{C41C70A9-ACFD-4F2D-BD63-EBF28CB3F5EC}" srcOrd="0" destOrd="0" presId="urn:microsoft.com/office/officeart/2018/2/layout/IconCircleList"/>
    <dgm:cxn modelId="{4FF7F736-DD89-4710-9746-2EB0CF0C7C8D}" type="presOf" srcId="{2FC124E7-9218-4245-A8DC-58D2C97686F8}" destId="{DD45B7C7-D5ED-4F0A-9ABA-F177F7571DB4}" srcOrd="0" destOrd="0" presId="urn:microsoft.com/office/officeart/2018/2/layout/IconCircleList"/>
    <dgm:cxn modelId="{4D13585D-D074-4FEA-A9E2-713879784D51}" type="presOf" srcId="{ACACEDDE-77B9-472D-A62D-5EF338281EAB}" destId="{36F5A2FE-CB00-47B6-9FC4-903358C87776}" srcOrd="0" destOrd="0" presId="urn:microsoft.com/office/officeart/2018/2/layout/IconCircleList"/>
    <dgm:cxn modelId="{7A94224F-396B-4F9D-B5C0-54FE3D595213}" type="presOf" srcId="{492B8BD8-4FF7-47EC-AC38-CA867A570233}" destId="{F2D3A5E6-6781-48D3-8A9C-52FCA3AB4F7E}" srcOrd="0" destOrd="0" presId="urn:microsoft.com/office/officeart/2018/2/layout/IconCircleList"/>
    <dgm:cxn modelId="{31A63151-E778-4DAD-9253-B744AA01736A}" srcId="{C8A94544-86D4-437E-A93E-CED65454C2DB}" destId="{48316324-CF10-45B6-A92C-54D3F030EFAB}" srcOrd="2" destOrd="0" parTransId="{CD5785C4-18B0-4EDC-AD68-C75EAD535999}" sibTransId="{492B8BD8-4FF7-47EC-AC38-CA867A570233}"/>
    <dgm:cxn modelId="{6992B3A2-1804-44BB-8AD6-0B65237AA764}" srcId="{C8A94544-86D4-437E-A93E-CED65454C2DB}" destId="{9B0ABC16-68D4-4A2B-BB12-8C9F42C9441C}" srcOrd="3" destOrd="0" parTransId="{4221C568-A872-4387-B01C-06F037A1C8E6}" sibTransId="{73E496A7-E000-4D6F-BE10-665DF375959C}"/>
    <dgm:cxn modelId="{A1035DCC-7F9D-4A04-A3C7-D185D4375B3E}" type="presOf" srcId="{C8A94544-86D4-437E-A93E-CED65454C2DB}" destId="{A74C409A-F175-4E28-9769-0E2B6401982D}" srcOrd="0" destOrd="0" presId="urn:microsoft.com/office/officeart/2018/2/layout/IconCircleList"/>
    <dgm:cxn modelId="{97762ED6-CAAE-48DE-BAF8-693DD6D157F6}" srcId="{C8A94544-86D4-437E-A93E-CED65454C2DB}" destId="{ACACEDDE-77B9-472D-A62D-5EF338281EAB}" srcOrd="1" destOrd="0" parTransId="{941EE033-31A3-4E97-986A-8DFAC917FF11}" sibTransId="{E56F7722-601D-4FAA-A67F-19BB51534728}"/>
    <dgm:cxn modelId="{838D72DE-CD22-4245-95D3-2AE862579CF3}" srcId="{C8A94544-86D4-437E-A93E-CED65454C2DB}" destId="{34947E08-DEAF-4E18-85E8-1C734842DDEB}" srcOrd="0" destOrd="0" parTransId="{EF68202B-2E86-4F35-B610-EF7C6A81AA86}" sibTransId="{2FC124E7-9218-4245-A8DC-58D2C97686F8}"/>
    <dgm:cxn modelId="{D43EAAE4-4FDF-44D7-BBA9-2EA9CE06B757}" type="presOf" srcId="{E56F7722-601D-4FAA-A67F-19BB51534728}" destId="{100939F1-6B1E-4A8D-B599-1D3B5C0E72B9}" srcOrd="0" destOrd="0" presId="urn:microsoft.com/office/officeart/2018/2/layout/IconCircleList"/>
    <dgm:cxn modelId="{7A4D48E5-E3E7-4727-9977-AEB228703579}" type="presOf" srcId="{9B0ABC16-68D4-4A2B-BB12-8C9F42C9441C}" destId="{5C0A8F83-CE0A-4282-A16F-8114BAD85262}" srcOrd="0" destOrd="0" presId="urn:microsoft.com/office/officeart/2018/2/layout/IconCircleList"/>
    <dgm:cxn modelId="{B14BE971-9F1C-47BC-8F79-993114093319}" type="presParOf" srcId="{A74C409A-F175-4E28-9769-0E2B6401982D}" destId="{1DEF4466-92CB-45EC-A4ED-5837464015A1}" srcOrd="0" destOrd="0" presId="urn:microsoft.com/office/officeart/2018/2/layout/IconCircleList"/>
    <dgm:cxn modelId="{C7199D89-E757-4A4D-8B28-E534B7C008DA}" type="presParOf" srcId="{1DEF4466-92CB-45EC-A4ED-5837464015A1}" destId="{0AF3970C-6EDC-4C77-B60F-7B5A94526853}" srcOrd="0" destOrd="0" presId="urn:microsoft.com/office/officeart/2018/2/layout/IconCircleList"/>
    <dgm:cxn modelId="{1BE09CE7-5971-4121-8742-3839357A6E95}" type="presParOf" srcId="{0AF3970C-6EDC-4C77-B60F-7B5A94526853}" destId="{A2161FFD-8FBB-4584-9963-1FCDD25E7D3E}" srcOrd="0" destOrd="0" presId="urn:microsoft.com/office/officeart/2018/2/layout/IconCircleList"/>
    <dgm:cxn modelId="{8D8ED904-FEE2-4F83-857F-CDA6632B0508}" type="presParOf" srcId="{0AF3970C-6EDC-4C77-B60F-7B5A94526853}" destId="{ACE24AD1-6E5E-45AC-A144-F92EF890A4E2}" srcOrd="1" destOrd="0" presId="urn:microsoft.com/office/officeart/2018/2/layout/IconCircleList"/>
    <dgm:cxn modelId="{4E54D421-B5F1-48BF-B3F8-877B3A7A65C3}" type="presParOf" srcId="{0AF3970C-6EDC-4C77-B60F-7B5A94526853}" destId="{5EE040DA-4B99-4729-8371-2822041229AC}" srcOrd="2" destOrd="0" presId="urn:microsoft.com/office/officeart/2018/2/layout/IconCircleList"/>
    <dgm:cxn modelId="{E8536A73-7CF8-48DF-98D8-BD42B240B026}" type="presParOf" srcId="{0AF3970C-6EDC-4C77-B60F-7B5A94526853}" destId="{8096D0A6-D6A7-4016-B934-A9D3D29FD263}" srcOrd="3" destOrd="0" presId="urn:microsoft.com/office/officeart/2018/2/layout/IconCircleList"/>
    <dgm:cxn modelId="{F76AF63E-430D-470B-A2F0-929EF768F238}" type="presParOf" srcId="{1DEF4466-92CB-45EC-A4ED-5837464015A1}" destId="{DD45B7C7-D5ED-4F0A-9ABA-F177F7571DB4}" srcOrd="1" destOrd="0" presId="urn:microsoft.com/office/officeart/2018/2/layout/IconCircleList"/>
    <dgm:cxn modelId="{640C702E-1515-446C-8C05-6CEB0A8FF5B0}" type="presParOf" srcId="{1DEF4466-92CB-45EC-A4ED-5837464015A1}" destId="{BF0FCE2A-BC93-4F90-902B-D5B388595899}" srcOrd="2" destOrd="0" presId="urn:microsoft.com/office/officeart/2018/2/layout/IconCircleList"/>
    <dgm:cxn modelId="{0818296F-2F85-4D5F-A514-454644041BDA}" type="presParOf" srcId="{BF0FCE2A-BC93-4F90-902B-D5B388595899}" destId="{C7ED2C4E-A95A-47EA-B534-AE3546D590CB}" srcOrd="0" destOrd="0" presId="urn:microsoft.com/office/officeart/2018/2/layout/IconCircleList"/>
    <dgm:cxn modelId="{92A28578-3E93-4232-9F00-2D64C6E67589}" type="presParOf" srcId="{BF0FCE2A-BC93-4F90-902B-D5B388595899}" destId="{0AAF136E-1051-4F4B-81B2-8804853AE31F}" srcOrd="1" destOrd="0" presId="urn:microsoft.com/office/officeart/2018/2/layout/IconCircleList"/>
    <dgm:cxn modelId="{42DAFF56-5444-4EDE-BC51-2227C89003F7}" type="presParOf" srcId="{BF0FCE2A-BC93-4F90-902B-D5B388595899}" destId="{18AC9A8E-6626-4363-BCCD-8019C19A12CF}" srcOrd="2" destOrd="0" presId="urn:microsoft.com/office/officeart/2018/2/layout/IconCircleList"/>
    <dgm:cxn modelId="{14258B42-9B5E-4E4E-B1D8-7D1D03DB1380}" type="presParOf" srcId="{BF0FCE2A-BC93-4F90-902B-D5B388595899}" destId="{36F5A2FE-CB00-47B6-9FC4-903358C87776}" srcOrd="3" destOrd="0" presId="urn:microsoft.com/office/officeart/2018/2/layout/IconCircleList"/>
    <dgm:cxn modelId="{26964C59-69B1-465E-9405-FA6D2DB97787}" type="presParOf" srcId="{1DEF4466-92CB-45EC-A4ED-5837464015A1}" destId="{100939F1-6B1E-4A8D-B599-1D3B5C0E72B9}" srcOrd="3" destOrd="0" presId="urn:microsoft.com/office/officeart/2018/2/layout/IconCircleList"/>
    <dgm:cxn modelId="{8965DD54-A285-4F41-BAF4-27CA6329BC5A}" type="presParOf" srcId="{1DEF4466-92CB-45EC-A4ED-5837464015A1}" destId="{7E6229AB-B8E9-4CE1-AA46-F2E190665798}" srcOrd="4" destOrd="0" presId="urn:microsoft.com/office/officeart/2018/2/layout/IconCircleList"/>
    <dgm:cxn modelId="{E8297208-341A-416E-AACD-C8BF2045A612}" type="presParOf" srcId="{7E6229AB-B8E9-4CE1-AA46-F2E190665798}" destId="{B54356BE-AD34-48A0-90A2-B44CA490D279}" srcOrd="0" destOrd="0" presId="urn:microsoft.com/office/officeart/2018/2/layout/IconCircleList"/>
    <dgm:cxn modelId="{E324C7E1-7DAE-466E-BEF8-D63B83122380}" type="presParOf" srcId="{7E6229AB-B8E9-4CE1-AA46-F2E190665798}" destId="{DA2E6D84-29EE-4399-A353-91BD3FA81FE2}" srcOrd="1" destOrd="0" presId="urn:microsoft.com/office/officeart/2018/2/layout/IconCircleList"/>
    <dgm:cxn modelId="{21EB1752-C249-4F6C-9F4D-CDBCE28916EB}" type="presParOf" srcId="{7E6229AB-B8E9-4CE1-AA46-F2E190665798}" destId="{3270DB12-D4A9-4979-B50B-DACB3BB1330C}" srcOrd="2" destOrd="0" presId="urn:microsoft.com/office/officeart/2018/2/layout/IconCircleList"/>
    <dgm:cxn modelId="{B2249439-E022-4A72-A9AC-8B4239D3D508}" type="presParOf" srcId="{7E6229AB-B8E9-4CE1-AA46-F2E190665798}" destId="{C41C70A9-ACFD-4F2D-BD63-EBF28CB3F5EC}" srcOrd="3" destOrd="0" presId="urn:microsoft.com/office/officeart/2018/2/layout/IconCircleList"/>
    <dgm:cxn modelId="{9976D849-FA78-45A6-B844-FE5C9C3CF9A9}" type="presParOf" srcId="{1DEF4466-92CB-45EC-A4ED-5837464015A1}" destId="{F2D3A5E6-6781-48D3-8A9C-52FCA3AB4F7E}" srcOrd="5" destOrd="0" presId="urn:microsoft.com/office/officeart/2018/2/layout/IconCircleList"/>
    <dgm:cxn modelId="{39CFDA0A-E7E3-44BA-AAEA-8860E3FE97C9}" type="presParOf" srcId="{1DEF4466-92CB-45EC-A4ED-5837464015A1}" destId="{15719650-E706-49F8-AD83-93456CF3E62F}" srcOrd="6" destOrd="0" presId="urn:microsoft.com/office/officeart/2018/2/layout/IconCircleList"/>
    <dgm:cxn modelId="{2624D3F6-BFB1-456A-96AA-A6DB499E4FCB}" type="presParOf" srcId="{15719650-E706-49F8-AD83-93456CF3E62F}" destId="{975C0E61-9EEE-4950-AA19-7641AB829E25}" srcOrd="0" destOrd="0" presId="urn:microsoft.com/office/officeart/2018/2/layout/IconCircleList"/>
    <dgm:cxn modelId="{56EA8A25-FDA8-480A-AF85-AD382ADA93BC}" type="presParOf" srcId="{15719650-E706-49F8-AD83-93456CF3E62F}" destId="{6022B8AE-1271-4B8F-905F-6404BA676EEA}" srcOrd="1" destOrd="0" presId="urn:microsoft.com/office/officeart/2018/2/layout/IconCircleList"/>
    <dgm:cxn modelId="{526B621A-24B7-4D06-A45D-E0A74D88F9A6}" type="presParOf" srcId="{15719650-E706-49F8-AD83-93456CF3E62F}" destId="{AABCD9F5-8204-4E4A-9614-DB673170C511}" srcOrd="2" destOrd="0" presId="urn:microsoft.com/office/officeart/2018/2/layout/IconCircleList"/>
    <dgm:cxn modelId="{F110E3A3-C4BB-4B54-88F1-320FB9901973}" type="presParOf" srcId="{15719650-E706-49F8-AD83-93456CF3E62F}" destId="{5C0A8F83-CE0A-4282-A16F-8114BAD85262}" srcOrd="3" destOrd="0" presId="urn:microsoft.com/office/officeart/2018/2/layout/IconCircle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AD84F532-EBD0-43E6-9DEE-D091914E1BEC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90CA755-5074-44AC-97BA-B6F186EDE3D9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Technical &amp; Operational Challenges:</a:t>
          </a:r>
        </a:p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Standard scanners struggle to find hidden cheats, find it hard to tell the difference between a pro player and a robot, and can't work fast enough to stop cheaters before they ruin a match.</a:t>
          </a:r>
        </a:p>
      </dgm:t>
    </dgm:pt>
    <dgm:pt modelId="{97249696-54BA-4BC6-B819-24221C1ABDB0}" type="parTrans" cxnId="{702AF068-82BD-49D1-A79B-E652FAF42D46}">
      <dgm:prSet/>
      <dgm:spPr/>
      <dgm:t>
        <a:bodyPr/>
        <a:lstStyle/>
        <a:p>
          <a:endParaRPr lang="en-US"/>
        </a:p>
      </dgm:t>
    </dgm:pt>
    <dgm:pt modelId="{2FEA7DF3-B54C-4890-B5BD-3F6222A0DB5E}" type="sibTrans" cxnId="{702AF068-82BD-49D1-A79B-E652FAF42D46}">
      <dgm:prSet/>
      <dgm:spPr/>
      <dgm:t>
        <a:bodyPr/>
        <a:lstStyle/>
        <a:p>
          <a:endParaRPr lang="en-US"/>
        </a:p>
      </dgm:t>
    </dgm:pt>
    <dgm:pt modelId="{9260FAB8-D1CD-46D0-A09D-EEFB646C0465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How These Were Addressed: </a:t>
          </a:r>
        </a:p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solved these problems by focusing on player actions, using AI to spot movements and reaction speeds that are physically impossible for a human.</a:t>
          </a:r>
        </a:p>
      </dgm:t>
    </dgm:pt>
    <dgm:pt modelId="{28A879D1-20B5-4A2E-AB5D-F558AD96393A}" type="parTrans" cxnId="{FCDDA024-3226-4177-B0B4-AFF93DFB76B9}">
      <dgm:prSet/>
      <dgm:spPr/>
      <dgm:t>
        <a:bodyPr/>
        <a:lstStyle/>
        <a:p>
          <a:endParaRPr lang="en-US"/>
        </a:p>
      </dgm:t>
    </dgm:pt>
    <dgm:pt modelId="{673C0B7F-D915-4643-ACF5-6F91AF717E95}" type="sibTrans" cxnId="{FCDDA024-3226-4177-B0B4-AFF93DFB76B9}">
      <dgm:prSet/>
      <dgm:spPr/>
      <dgm:t>
        <a:bodyPr/>
        <a:lstStyle/>
        <a:p>
          <a:endParaRPr lang="en-US"/>
        </a:p>
      </dgm:t>
    </dgm:pt>
    <dgm:pt modelId="{D9FC0D6F-F239-4834-BB49-279D6E3CF30F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Key Improvements: </a:t>
          </a:r>
        </a:p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Instead of banning cheaters later, the system now stops them mid-match using automation that monitors everything accurately without needing a human to check it.</a:t>
          </a:r>
        </a:p>
      </dgm:t>
    </dgm:pt>
    <dgm:pt modelId="{F460A267-268E-4271-8AAE-96B38F6EE0F8}" type="parTrans" cxnId="{C00C1F80-F9C9-41E8-BA3C-0B9288273282}">
      <dgm:prSet/>
      <dgm:spPr/>
      <dgm:t>
        <a:bodyPr/>
        <a:lstStyle/>
        <a:p>
          <a:endParaRPr lang="en-US"/>
        </a:p>
      </dgm:t>
    </dgm:pt>
    <dgm:pt modelId="{5214A65A-49AB-4C84-B7EB-D22D249EBBF5}" type="sibTrans" cxnId="{C00C1F80-F9C9-41E8-BA3C-0B9288273282}">
      <dgm:prSet/>
      <dgm:spPr/>
      <dgm:t>
        <a:bodyPr/>
        <a:lstStyle/>
        <a:p>
          <a:endParaRPr lang="en-US"/>
        </a:p>
      </dgm:t>
    </dgm:pt>
    <dgm:pt modelId="{5934FF20-382C-4FD1-B4D3-9EABE4DAF64D}" type="pres">
      <dgm:prSet presAssocID="{AD84F532-EBD0-43E6-9DEE-D091914E1BEC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2C87D8B0-1497-4DFB-B1B1-35534BAB70A0}" type="pres">
      <dgm:prSet presAssocID="{690CA755-5074-44AC-97BA-B6F186EDE3D9}" presName="hierRoot1" presStyleCnt="0"/>
      <dgm:spPr/>
    </dgm:pt>
    <dgm:pt modelId="{29D514EF-0E2A-49A5-B0D8-8C7840B45765}" type="pres">
      <dgm:prSet presAssocID="{690CA755-5074-44AC-97BA-B6F186EDE3D9}" presName="composite" presStyleCnt="0"/>
      <dgm:spPr/>
    </dgm:pt>
    <dgm:pt modelId="{BE9612BD-F9B6-4698-9393-3764EC28FA10}" type="pres">
      <dgm:prSet presAssocID="{690CA755-5074-44AC-97BA-B6F186EDE3D9}" presName="background" presStyleLbl="node0" presStyleIdx="0" presStyleCnt="3"/>
      <dgm:spPr/>
    </dgm:pt>
    <dgm:pt modelId="{F2683987-3C5F-4A49-9683-2EBA399895EE}" type="pres">
      <dgm:prSet presAssocID="{690CA755-5074-44AC-97BA-B6F186EDE3D9}" presName="text" presStyleLbl="fgAcc0" presStyleIdx="0" presStyleCnt="3" custScaleX="119715" custScaleY="125875">
        <dgm:presLayoutVars>
          <dgm:chPref val="3"/>
        </dgm:presLayoutVars>
      </dgm:prSet>
      <dgm:spPr/>
    </dgm:pt>
    <dgm:pt modelId="{22810A87-EB10-4A3B-B265-C23EF461AD95}" type="pres">
      <dgm:prSet presAssocID="{690CA755-5074-44AC-97BA-B6F186EDE3D9}" presName="hierChild2" presStyleCnt="0"/>
      <dgm:spPr/>
    </dgm:pt>
    <dgm:pt modelId="{128152B1-A41C-49CA-A8A5-473F08ADCE37}" type="pres">
      <dgm:prSet presAssocID="{9260FAB8-D1CD-46D0-A09D-EEFB646C0465}" presName="hierRoot1" presStyleCnt="0"/>
      <dgm:spPr/>
    </dgm:pt>
    <dgm:pt modelId="{E4DBF1AE-E52D-41A6-862F-480A75F8A1B2}" type="pres">
      <dgm:prSet presAssocID="{9260FAB8-D1CD-46D0-A09D-EEFB646C0465}" presName="composite" presStyleCnt="0"/>
      <dgm:spPr/>
    </dgm:pt>
    <dgm:pt modelId="{CEE36152-842C-4CFF-A17C-D3E1EA0481DC}" type="pres">
      <dgm:prSet presAssocID="{9260FAB8-D1CD-46D0-A09D-EEFB646C0465}" presName="background" presStyleLbl="node0" presStyleIdx="1" presStyleCnt="3"/>
      <dgm:spPr/>
    </dgm:pt>
    <dgm:pt modelId="{DD42ECDC-EAE2-4709-BB24-D9E630FE8054}" type="pres">
      <dgm:prSet presAssocID="{9260FAB8-D1CD-46D0-A09D-EEFB646C0465}" presName="text" presStyleLbl="fgAcc0" presStyleIdx="1" presStyleCnt="3" custScaleX="119715" custScaleY="125875">
        <dgm:presLayoutVars>
          <dgm:chPref val="3"/>
        </dgm:presLayoutVars>
      </dgm:prSet>
      <dgm:spPr/>
    </dgm:pt>
    <dgm:pt modelId="{76145AEB-93CA-49E7-9B2A-2125D8858B69}" type="pres">
      <dgm:prSet presAssocID="{9260FAB8-D1CD-46D0-A09D-EEFB646C0465}" presName="hierChild2" presStyleCnt="0"/>
      <dgm:spPr/>
    </dgm:pt>
    <dgm:pt modelId="{275152B5-C937-4853-9B77-188034474055}" type="pres">
      <dgm:prSet presAssocID="{D9FC0D6F-F239-4834-BB49-279D6E3CF30F}" presName="hierRoot1" presStyleCnt="0"/>
      <dgm:spPr/>
    </dgm:pt>
    <dgm:pt modelId="{F6D57935-0C63-44F3-BC98-86D872294659}" type="pres">
      <dgm:prSet presAssocID="{D9FC0D6F-F239-4834-BB49-279D6E3CF30F}" presName="composite" presStyleCnt="0"/>
      <dgm:spPr/>
    </dgm:pt>
    <dgm:pt modelId="{849AC369-EFC5-4657-A5B4-D36D7DE893A2}" type="pres">
      <dgm:prSet presAssocID="{D9FC0D6F-F239-4834-BB49-279D6E3CF30F}" presName="background" presStyleLbl="node0" presStyleIdx="2" presStyleCnt="3"/>
      <dgm:spPr/>
    </dgm:pt>
    <dgm:pt modelId="{930B2741-9D4E-43F3-BE34-1BB85E84D7D1}" type="pres">
      <dgm:prSet presAssocID="{D9FC0D6F-F239-4834-BB49-279D6E3CF30F}" presName="text" presStyleLbl="fgAcc0" presStyleIdx="2" presStyleCnt="3" custScaleX="119715" custScaleY="125875">
        <dgm:presLayoutVars>
          <dgm:chPref val="3"/>
        </dgm:presLayoutVars>
      </dgm:prSet>
      <dgm:spPr/>
    </dgm:pt>
    <dgm:pt modelId="{63D538A7-6270-4078-A9D1-9BA1806DD566}" type="pres">
      <dgm:prSet presAssocID="{D9FC0D6F-F239-4834-BB49-279D6E3CF30F}" presName="hierChild2" presStyleCnt="0"/>
      <dgm:spPr/>
    </dgm:pt>
  </dgm:ptLst>
  <dgm:cxnLst>
    <dgm:cxn modelId="{FCDDA024-3226-4177-B0B4-AFF93DFB76B9}" srcId="{AD84F532-EBD0-43E6-9DEE-D091914E1BEC}" destId="{9260FAB8-D1CD-46D0-A09D-EEFB646C0465}" srcOrd="1" destOrd="0" parTransId="{28A879D1-20B5-4A2E-AB5D-F558AD96393A}" sibTransId="{673C0B7F-D915-4643-ACF5-6F91AF717E95}"/>
    <dgm:cxn modelId="{702AF068-82BD-49D1-A79B-E652FAF42D46}" srcId="{AD84F532-EBD0-43E6-9DEE-D091914E1BEC}" destId="{690CA755-5074-44AC-97BA-B6F186EDE3D9}" srcOrd="0" destOrd="0" parTransId="{97249696-54BA-4BC6-B819-24221C1ABDB0}" sibTransId="{2FEA7DF3-B54C-4890-B5BD-3F6222A0DB5E}"/>
    <dgm:cxn modelId="{4229D471-5B88-4982-B5C9-20A4A51CAC93}" type="presOf" srcId="{9260FAB8-D1CD-46D0-A09D-EEFB646C0465}" destId="{DD42ECDC-EAE2-4709-BB24-D9E630FE8054}" srcOrd="0" destOrd="0" presId="urn:microsoft.com/office/officeart/2005/8/layout/hierarchy1"/>
    <dgm:cxn modelId="{C00C1F80-F9C9-41E8-BA3C-0B9288273282}" srcId="{AD84F532-EBD0-43E6-9DEE-D091914E1BEC}" destId="{D9FC0D6F-F239-4834-BB49-279D6E3CF30F}" srcOrd="2" destOrd="0" parTransId="{F460A267-268E-4271-8AAE-96B38F6EE0F8}" sibTransId="{5214A65A-49AB-4C84-B7EB-D22D249EBBF5}"/>
    <dgm:cxn modelId="{12BC5BC9-8879-4585-AD6D-8043BCB20AEE}" type="presOf" srcId="{D9FC0D6F-F239-4834-BB49-279D6E3CF30F}" destId="{930B2741-9D4E-43F3-BE34-1BB85E84D7D1}" srcOrd="0" destOrd="0" presId="urn:microsoft.com/office/officeart/2005/8/layout/hierarchy1"/>
    <dgm:cxn modelId="{1D5D51CD-7288-4716-AE76-4A459BCB2B59}" type="presOf" srcId="{690CA755-5074-44AC-97BA-B6F186EDE3D9}" destId="{F2683987-3C5F-4A49-9683-2EBA399895EE}" srcOrd="0" destOrd="0" presId="urn:microsoft.com/office/officeart/2005/8/layout/hierarchy1"/>
    <dgm:cxn modelId="{86B50ED6-7A28-41DA-B49B-4157105E4F14}" type="presOf" srcId="{AD84F532-EBD0-43E6-9DEE-D091914E1BEC}" destId="{5934FF20-382C-4FD1-B4D3-9EABE4DAF64D}" srcOrd="0" destOrd="0" presId="urn:microsoft.com/office/officeart/2005/8/layout/hierarchy1"/>
    <dgm:cxn modelId="{18B1F5C8-6037-432F-A530-B37751874622}" type="presParOf" srcId="{5934FF20-382C-4FD1-B4D3-9EABE4DAF64D}" destId="{2C87D8B0-1497-4DFB-B1B1-35534BAB70A0}" srcOrd="0" destOrd="0" presId="urn:microsoft.com/office/officeart/2005/8/layout/hierarchy1"/>
    <dgm:cxn modelId="{BB72DACE-A953-4340-98BE-E4E86123FB43}" type="presParOf" srcId="{2C87D8B0-1497-4DFB-B1B1-35534BAB70A0}" destId="{29D514EF-0E2A-49A5-B0D8-8C7840B45765}" srcOrd="0" destOrd="0" presId="urn:microsoft.com/office/officeart/2005/8/layout/hierarchy1"/>
    <dgm:cxn modelId="{F6D965DA-5CF1-41CC-9D86-15BB9B84A7D6}" type="presParOf" srcId="{29D514EF-0E2A-49A5-B0D8-8C7840B45765}" destId="{BE9612BD-F9B6-4698-9393-3764EC28FA10}" srcOrd="0" destOrd="0" presId="urn:microsoft.com/office/officeart/2005/8/layout/hierarchy1"/>
    <dgm:cxn modelId="{6AD1988F-EE12-4732-B157-046C19A923DA}" type="presParOf" srcId="{29D514EF-0E2A-49A5-B0D8-8C7840B45765}" destId="{F2683987-3C5F-4A49-9683-2EBA399895EE}" srcOrd="1" destOrd="0" presId="urn:microsoft.com/office/officeart/2005/8/layout/hierarchy1"/>
    <dgm:cxn modelId="{99D7609A-7372-4711-964A-CC190B99689F}" type="presParOf" srcId="{2C87D8B0-1497-4DFB-B1B1-35534BAB70A0}" destId="{22810A87-EB10-4A3B-B265-C23EF461AD95}" srcOrd="1" destOrd="0" presId="urn:microsoft.com/office/officeart/2005/8/layout/hierarchy1"/>
    <dgm:cxn modelId="{9B8BF0D9-01D8-4A0F-A3D9-38612FB7922D}" type="presParOf" srcId="{5934FF20-382C-4FD1-B4D3-9EABE4DAF64D}" destId="{128152B1-A41C-49CA-A8A5-473F08ADCE37}" srcOrd="1" destOrd="0" presId="urn:microsoft.com/office/officeart/2005/8/layout/hierarchy1"/>
    <dgm:cxn modelId="{7DE234BA-C88E-478B-AD45-4459C29714A4}" type="presParOf" srcId="{128152B1-A41C-49CA-A8A5-473F08ADCE37}" destId="{E4DBF1AE-E52D-41A6-862F-480A75F8A1B2}" srcOrd="0" destOrd="0" presId="urn:microsoft.com/office/officeart/2005/8/layout/hierarchy1"/>
    <dgm:cxn modelId="{37295B70-82AF-42D3-85A5-D210B8C366DC}" type="presParOf" srcId="{E4DBF1AE-E52D-41A6-862F-480A75F8A1B2}" destId="{CEE36152-842C-4CFF-A17C-D3E1EA0481DC}" srcOrd="0" destOrd="0" presId="urn:microsoft.com/office/officeart/2005/8/layout/hierarchy1"/>
    <dgm:cxn modelId="{5ED0C75F-DBD9-4509-A0B0-FADA0615CB9C}" type="presParOf" srcId="{E4DBF1AE-E52D-41A6-862F-480A75F8A1B2}" destId="{DD42ECDC-EAE2-4709-BB24-D9E630FE8054}" srcOrd="1" destOrd="0" presId="urn:microsoft.com/office/officeart/2005/8/layout/hierarchy1"/>
    <dgm:cxn modelId="{FCE4400E-E5CF-4AEC-923E-0CE8FC310718}" type="presParOf" srcId="{128152B1-A41C-49CA-A8A5-473F08ADCE37}" destId="{76145AEB-93CA-49E7-9B2A-2125D8858B69}" srcOrd="1" destOrd="0" presId="urn:microsoft.com/office/officeart/2005/8/layout/hierarchy1"/>
    <dgm:cxn modelId="{AFC1B864-24F3-4CA7-87B1-3A7675426C64}" type="presParOf" srcId="{5934FF20-382C-4FD1-B4D3-9EABE4DAF64D}" destId="{275152B5-C937-4853-9B77-188034474055}" srcOrd="2" destOrd="0" presId="urn:microsoft.com/office/officeart/2005/8/layout/hierarchy1"/>
    <dgm:cxn modelId="{A6DB982D-67D2-4A27-AFB0-924CEE0B59C4}" type="presParOf" srcId="{275152B5-C937-4853-9B77-188034474055}" destId="{F6D57935-0C63-44F3-BC98-86D872294659}" srcOrd="0" destOrd="0" presId="urn:microsoft.com/office/officeart/2005/8/layout/hierarchy1"/>
    <dgm:cxn modelId="{3CC1D077-368D-469D-BA69-887A209B9136}" type="presParOf" srcId="{F6D57935-0C63-44F3-BC98-86D872294659}" destId="{849AC369-EFC5-4657-A5B4-D36D7DE893A2}" srcOrd="0" destOrd="0" presId="urn:microsoft.com/office/officeart/2005/8/layout/hierarchy1"/>
    <dgm:cxn modelId="{CA31530E-48F7-4ECF-BCC8-7BB5B1C0208C}" type="presParOf" srcId="{F6D57935-0C63-44F3-BC98-86D872294659}" destId="{930B2741-9D4E-43F3-BE34-1BB85E84D7D1}" srcOrd="1" destOrd="0" presId="urn:microsoft.com/office/officeart/2005/8/layout/hierarchy1"/>
    <dgm:cxn modelId="{645BC49E-2321-49ED-8D06-3AAA1FA164C4}" type="presParOf" srcId="{275152B5-C937-4853-9B77-188034474055}" destId="{63D538A7-6270-4078-A9D1-9BA1806DD566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5D764EAE-9E20-4085-B516-6893235D0FF4}" type="doc">
      <dgm:prSet loTypeId="urn:microsoft.com/office/officeart/2018/2/layout/IconVerticalSolid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90C7CB28-CD05-4E9C-97FB-CCB34E596B08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Key Areas for Improvement:</a:t>
          </a:r>
        </a:p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Future updates will analyze tiny muscle tremors and use AI vs. AI training to predict new cheats, creating the total picture of player behavior to stay one step ahead.</a:t>
          </a:r>
        </a:p>
      </dgm:t>
    </dgm:pt>
    <dgm:pt modelId="{492D7FBF-AC5D-4376-99FB-3FB663305CA4}" type="parTrans" cxnId="{929003D7-5B17-41B1-BFA0-40B9B7721D89}">
      <dgm:prSet/>
      <dgm:spPr/>
      <dgm:t>
        <a:bodyPr/>
        <a:lstStyle/>
        <a:p>
          <a:endParaRPr lang="en-US"/>
        </a:p>
      </dgm:t>
    </dgm:pt>
    <dgm:pt modelId="{FAF5FCCE-4C07-423A-A6CD-85505E6839F3}" type="sibTrans" cxnId="{929003D7-5B17-41B1-BFA0-40B9B7721D89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3BC0C072-010E-4F5E-8DC7-2A4A21AB8319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Lessons Learned: </a:t>
          </a:r>
        </a:p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demonstrated that while code can be hidden, physical limits provide a permanent biometric that allows autonomous moderation to bridge the scalability gap where manual human review fails.</a:t>
          </a:r>
        </a:p>
      </dgm:t>
    </dgm:pt>
    <dgm:pt modelId="{4E96BAB8-DCCA-4AC5-9E68-C623F494CAEB}" type="parTrans" cxnId="{CE94FA92-E102-40F6-BD5D-0A9FB334C3FA}">
      <dgm:prSet/>
      <dgm:spPr/>
      <dgm:t>
        <a:bodyPr/>
        <a:lstStyle/>
        <a:p>
          <a:endParaRPr lang="en-US"/>
        </a:p>
      </dgm:t>
    </dgm:pt>
    <dgm:pt modelId="{02172C48-F31D-4B79-BD0C-1E13704BCFCA}" type="sibTrans" cxnId="{CE94FA92-E102-40F6-BD5D-0A9FB334C3FA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D21E8C6C-C525-4D91-813D-7FD7FE9F36A2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Future Solutions: </a:t>
          </a:r>
        </a:p>
        <a:p>
          <a:pPr>
            <a:lnSpc>
              <a:spcPct val="100000"/>
            </a:lnSpc>
          </a:pPr>
          <a:r>
            <a:rPr lang="en-US" sz="1400" dirty="0">
              <a:latin typeface="Times New Roman" panose="02020603050405020304" pitchFamily="18" charset="0"/>
              <a:cs typeface="Times New Roman" panose="02020603050405020304" pitchFamily="18" charset="0"/>
            </a:rPr>
            <a:t>Future systems will use risk scores to compare a player's actions to their past behavior, while ensuring every automated ban is backed by clear, easy-to-understand evidence.</a:t>
          </a:r>
        </a:p>
      </dgm:t>
    </dgm:pt>
    <dgm:pt modelId="{4FA4F2FF-E188-4DF0-8B9B-3FBF8DCD992E}" type="parTrans" cxnId="{43ED2789-F1FA-4444-ADA2-F51F3E93C030}">
      <dgm:prSet/>
      <dgm:spPr/>
      <dgm:t>
        <a:bodyPr/>
        <a:lstStyle/>
        <a:p>
          <a:endParaRPr lang="en-US"/>
        </a:p>
      </dgm:t>
    </dgm:pt>
    <dgm:pt modelId="{CCFE3CCE-F1BB-4643-B324-FD42B79EA596}" type="sibTrans" cxnId="{43ED2789-F1FA-4444-ADA2-F51F3E93C030}">
      <dgm:prSet/>
      <dgm:spPr/>
      <dgm:t>
        <a:bodyPr/>
        <a:lstStyle/>
        <a:p>
          <a:endParaRPr lang="en-US"/>
        </a:p>
      </dgm:t>
    </dgm:pt>
    <dgm:pt modelId="{94A5045D-79BA-41FF-A0C4-441AEB5C9530}" type="pres">
      <dgm:prSet presAssocID="{5D764EAE-9E20-4085-B516-6893235D0FF4}" presName="root" presStyleCnt="0">
        <dgm:presLayoutVars>
          <dgm:dir/>
          <dgm:resizeHandles val="exact"/>
        </dgm:presLayoutVars>
      </dgm:prSet>
      <dgm:spPr/>
    </dgm:pt>
    <dgm:pt modelId="{87225D30-785E-47B7-8DFA-DCAB7D7190AD}" type="pres">
      <dgm:prSet presAssocID="{90C7CB28-CD05-4E9C-97FB-CCB34E596B08}" presName="compNode" presStyleCnt="0"/>
      <dgm:spPr/>
    </dgm:pt>
    <dgm:pt modelId="{448D40CB-86BB-4F1C-B17A-B31EF492068B}" type="pres">
      <dgm:prSet presAssocID="{90C7CB28-CD05-4E9C-97FB-CCB34E596B08}" presName="bgRect" presStyleLbl="bgShp" presStyleIdx="0" presStyleCnt="3"/>
      <dgm:spPr/>
    </dgm:pt>
    <dgm:pt modelId="{76568DAF-2D6F-465B-B306-DFD0BDBE5754}" type="pres">
      <dgm:prSet presAssocID="{90C7CB28-CD05-4E9C-97FB-CCB34E596B08}" presName="iconRect" presStyleLbl="node1" presStyleIdx="0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DF2E0B69-896E-4B7C-8771-127A30ADC17D}" type="pres">
      <dgm:prSet presAssocID="{90C7CB28-CD05-4E9C-97FB-CCB34E596B08}" presName="spaceRect" presStyleCnt="0"/>
      <dgm:spPr/>
    </dgm:pt>
    <dgm:pt modelId="{E2BCB332-23A6-4E17-96AF-C092212D7DDD}" type="pres">
      <dgm:prSet presAssocID="{90C7CB28-CD05-4E9C-97FB-CCB34E596B08}" presName="parTx" presStyleLbl="revTx" presStyleIdx="0" presStyleCnt="3">
        <dgm:presLayoutVars>
          <dgm:chMax val="0"/>
          <dgm:chPref val="0"/>
        </dgm:presLayoutVars>
      </dgm:prSet>
      <dgm:spPr/>
    </dgm:pt>
    <dgm:pt modelId="{42F335A4-E399-4085-8106-15C5C3D2218D}" type="pres">
      <dgm:prSet presAssocID="{FAF5FCCE-4C07-423A-A6CD-85505E6839F3}" presName="sibTrans" presStyleCnt="0"/>
      <dgm:spPr/>
    </dgm:pt>
    <dgm:pt modelId="{CAB8406E-AF5D-4CA1-AF4E-C2DE00D61ADE}" type="pres">
      <dgm:prSet presAssocID="{3BC0C072-010E-4F5E-8DC7-2A4A21AB8319}" presName="compNode" presStyleCnt="0"/>
      <dgm:spPr/>
    </dgm:pt>
    <dgm:pt modelId="{E5AFBC46-A554-4FC9-8F14-E38BE3EF8604}" type="pres">
      <dgm:prSet presAssocID="{3BC0C072-010E-4F5E-8DC7-2A4A21AB8319}" presName="bgRect" presStyleLbl="bgShp" presStyleIdx="1" presStyleCnt="3"/>
      <dgm:spPr/>
    </dgm:pt>
    <dgm:pt modelId="{A5690BFC-23B9-47E8-B490-90F6D006DECC}" type="pres">
      <dgm:prSet presAssocID="{3BC0C072-010E-4F5E-8DC7-2A4A21AB8319}" presName="iconRect" presStyleLbl="node1" presStyleIdx="1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ind Chime"/>
        </a:ext>
      </dgm:extLst>
    </dgm:pt>
    <dgm:pt modelId="{187EA33B-4DD1-4B27-B58C-A8D454FF7BE3}" type="pres">
      <dgm:prSet presAssocID="{3BC0C072-010E-4F5E-8DC7-2A4A21AB8319}" presName="spaceRect" presStyleCnt="0"/>
      <dgm:spPr/>
    </dgm:pt>
    <dgm:pt modelId="{73599404-E2BC-43D9-B030-321E54FFD613}" type="pres">
      <dgm:prSet presAssocID="{3BC0C072-010E-4F5E-8DC7-2A4A21AB8319}" presName="parTx" presStyleLbl="revTx" presStyleIdx="1" presStyleCnt="3">
        <dgm:presLayoutVars>
          <dgm:chMax val="0"/>
          <dgm:chPref val="0"/>
        </dgm:presLayoutVars>
      </dgm:prSet>
      <dgm:spPr/>
    </dgm:pt>
    <dgm:pt modelId="{DAD40F74-FC33-4D7D-B1B7-EDF2F0DCCE9D}" type="pres">
      <dgm:prSet presAssocID="{02172C48-F31D-4B79-BD0C-1E13704BCFCA}" presName="sibTrans" presStyleCnt="0"/>
      <dgm:spPr/>
    </dgm:pt>
    <dgm:pt modelId="{4E35850D-48C0-4FC0-ACE8-858AD5AC440D}" type="pres">
      <dgm:prSet presAssocID="{D21E8C6C-C525-4D91-813D-7FD7FE9F36A2}" presName="compNode" presStyleCnt="0"/>
      <dgm:spPr/>
    </dgm:pt>
    <dgm:pt modelId="{F25B1328-CDC5-40F9-8E29-245350AB51BC}" type="pres">
      <dgm:prSet presAssocID="{D21E8C6C-C525-4D91-813D-7FD7FE9F36A2}" presName="bgRect" presStyleLbl="bgShp" presStyleIdx="2" presStyleCnt="3"/>
      <dgm:spPr/>
    </dgm:pt>
    <dgm:pt modelId="{4B8A06A6-D28F-4510-96C9-FE8BE87D69DA}" type="pres">
      <dgm:prSet presAssocID="{D21E8C6C-C525-4D91-813D-7FD7FE9F36A2}" presName="iconRect" presStyleLbl="node1" presStyleIdx="2" presStyleCnt="3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89135DA5-D68C-4277-AC59-39A2819B621F}" type="pres">
      <dgm:prSet presAssocID="{D21E8C6C-C525-4D91-813D-7FD7FE9F36A2}" presName="spaceRect" presStyleCnt="0"/>
      <dgm:spPr/>
    </dgm:pt>
    <dgm:pt modelId="{96F3243A-4EE8-49CA-81B3-288D6156CAE3}" type="pres">
      <dgm:prSet presAssocID="{D21E8C6C-C525-4D91-813D-7FD7FE9F36A2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6DA45606-8959-44BF-A679-78FF989C29C3}" type="presOf" srcId="{D21E8C6C-C525-4D91-813D-7FD7FE9F36A2}" destId="{96F3243A-4EE8-49CA-81B3-288D6156CAE3}" srcOrd="0" destOrd="0" presId="urn:microsoft.com/office/officeart/2018/2/layout/IconVerticalSolidList"/>
    <dgm:cxn modelId="{1B06A868-DC2E-40D1-A604-AA392F3479BE}" type="presOf" srcId="{90C7CB28-CD05-4E9C-97FB-CCB34E596B08}" destId="{E2BCB332-23A6-4E17-96AF-C092212D7DDD}" srcOrd="0" destOrd="0" presId="urn:microsoft.com/office/officeart/2018/2/layout/IconVerticalSolidList"/>
    <dgm:cxn modelId="{E811FC6D-9290-4BB6-A2AE-C415778F7826}" type="presOf" srcId="{5D764EAE-9E20-4085-B516-6893235D0FF4}" destId="{94A5045D-79BA-41FF-A0C4-441AEB5C9530}" srcOrd="0" destOrd="0" presId="urn:microsoft.com/office/officeart/2018/2/layout/IconVerticalSolidList"/>
    <dgm:cxn modelId="{43ED2789-F1FA-4444-ADA2-F51F3E93C030}" srcId="{5D764EAE-9E20-4085-B516-6893235D0FF4}" destId="{D21E8C6C-C525-4D91-813D-7FD7FE9F36A2}" srcOrd="2" destOrd="0" parTransId="{4FA4F2FF-E188-4DF0-8B9B-3FBF8DCD992E}" sibTransId="{CCFE3CCE-F1BB-4643-B324-FD42B79EA596}"/>
    <dgm:cxn modelId="{CE94FA92-E102-40F6-BD5D-0A9FB334C3FA}" srcId="{5D764EAE-9E20-4085-B516-6893235D0FF4}" destId="{3BC0C072-010E-4F5E-8DC7-2A4A21AB8319}" srcOrd="1" destOrd="0" parTransId="{4E96BAB8-DCCA-4AC5-9E68-C623F494CAEB}" sibTransId="{02172C48-F31D-4B79-BD0C-1E13704BCFCA}"/>
    <dgm:cxn modelId="{CEFD3DC3-4176-4E8E-B242-B8674DCB2233}" type="presOf" srcId="{3BC0C072-010E-4F5E-8DC7-2A4A21AB8319}" destId="{73599404-E2BC-43D9-B030-321E54FFD613}" srcOrd="0" destOrd="0" presId="urn:microsoft.com/office/officeart/2018/2/layout/IconVerticalSolidList"/>
    <dgm:cxn modelId="{929003D7-5B17-41B1-BFA0-40B9B7721D89}" srcId="{5D764EAE-9E20-4085-B516-6893235D0FF4}" destId="{90C7CB28-CD05-4E9C-97FB-CCB34E596B08}" srcOrd="0" destOrd="0" parTransId="{492D7FBF-AC5D-4376-99FB-3FB663305CA4}" sibTransId="{FAF5FCCE-4C07-423A-A6CD-85505E6839F3}"/>
    <dgm:cxn modelId="{03E7E251-C465-428B-A598-E7DDE51F5864}" type="presParOf" srcId="{94A5045D-79BA-41FF-A0C4-441AEB5C9530}" destId="{87225D30-785E-47B7-8DFA-DCAB7D7190AD}" srcOrd="0" destOrd="0" presId="urn:microsoft.com/office/officeart/2018/2/layout/IconVerticalSolidList"/>
    <dgm:cxn modelId="{8E752D9D-1632-4FFC-8B79-1884E7BD7E97}" type="presParOf" srcId="{87225D30-785E-47B7-8DFA-DCAB7D7190AD}" destId="{448D40CB-86BB-4F1C-B17A-B31EF492068B}" srcOrd="0" destOrd="0" presId="urn:microsoft.com/office/officeart/2018/2/layout/IconVerticalSolidList"/>
    <dgm:cxn modelId="{70B55429-1CAD-4E66-8B54-CE5F3D3442F7}" type="presParOf" srcId="{87225D30-785E-47B7-8DFA-DCAB7D7190AD}" destId="{76568DAF-2D6F-465B-B306-DFD0BDBE5754}" srcOrd="1" destOrd="0" presId="urn:microsoft.com/office/officeart/2018/2/layout/IconVerticalSolidList"/>
    <dgm:cxn modelId="{33D39F35-D908-4796-A7E3-F80581DFE0DC}" type="presParOf" srcId="{87225D30-785E-47B7-8DFA-DCAB7D7190AD}" destId="{DF2E0B69-896E-4B7C-8771-127A30ADC17D}" srcOrd="2" destOrd="0" presId="urn:microsoft.com/office/officeart/2018/2/layout/IconVerticalSolidList"/>
    <dgm:cxn modelId="{30DE0C61-2826-4BD0-B913-A81554021CC1}" type="presParOf" srcId="{87225D30-785E-47B7-8DFA-DCAB7D7190AD}" destId="{E2BCB332-23A6-4E17-96AF-C092212D7DDD}" srcOrd="3" destOrd="0" presId="urn:microsoft.com/office/officeart/2018/2/layout/IconVerticalSolidList"/>
    <dgm:cxn modelId="{F9295736-5061-4B0A-8D57-45A3C22AFE96}" type="presParOf" srcId="{94A5045D-79BA-41FF-A0C4-441AEB5C9530}" destId="{42F335A4-E399-4085-8106-15C5C3D2218D}" srcOrd="1" destOrd="0" presId="urn:microsoft.com/office/officeart/2018/2/layout/IconVerticalSolidList"/>
    <dgm:cxn modelId="{818E0199-D3C8-4111-B487-5E7B537B5416}" type="presParOf" srcId="{94A5045D-79BA-41FF-A0C4-441AEB5C9530}" destId="{CAB8406E-AF5D-4CA1-AF4E-C2DE00D61ADE}" srcOrd="2" destOrd="0" presId="urn:microsoft.com/office/officeart/2018/2/layout/IconVerticalSolidList"/>
    <dgm:cxn modelId="{A2B9C0DF-CDE4-4BE9-A484-DF261B7A1ADC}" type="presParOf" srcId="{CAB8406E-AF5D-4CA1-AF4E-C2DE00D61ADE}" destId="{E5AFBC46-A554-4FC9-8F14-E38BE3EF8604}" srcOrd="0" destOrd="0" presId="urn:microsoft.com/office/officeart/2018/2/layout/IconVerticalSolidList"/>
    <dgm:cxn modelId="{544FD2E3-A7D6-4FD5-8ECA-9B4EB05622A8}" type="presParOf" srcId="{CAB8406E-AF5D-4CA1-AF4E-C2DE00D61ADE}" destId="{A5690BFC-23B9-47E8-B490-90F6D006DECC}" srcOrd="1" destOrd="0" presId="urn:microsoft.com/office/officeart/2018/2/layout/IconVerticalSolidList"/>
    <dgm:cxn modelId="{791AAC26-73E7-4CFC-852F-ADE93868B2AC}" type="presParOf" srcId="{CAB8406E-AF5D-4CA1-AF4E-C2DE00D61ADE}" destId="{187EA33B-4DD1-4B27-B58C-A8D454FF7BE3}" srcOrd="2" destOrd="0" presId="urn:microsoft.com/office/officeart/2018/2/layout/IconVerticalSolidList"/>
    <dgm:cxn modelId="{FB61FDCB-F01C-452C-936D-E0C535430630}" type="presParOf" srcId="{CAB8406E-AF5D-4CA1-AF4E-C2DE00D61ADE}" destId="{73599404-E2BC-43D9-B030-321E54FFD613}" srcOrd="3" destOrd="0" presId="urn:microsoft.com/office/officeart/2018/2/layout/IconVerticalSolidList"/>
    <dgm:cxn modelId="{6A87DCE7-7A3E-4E05-B3D8-7930CA64F809}" type="presParOf" srcId="{94A5045D-79BA-41FF-A0C4-441AEB5C9530}" destId="{DAD40F74-FC33-4D7D-B1B7-EDF2F0DCCE9D}" srcOrd="3" destOrd="0" presId="urn:microsoft.com/office/officeart/2018/2/layout/IconVerticalSolidList"/>
    <dgm:cxn modelId="{DACA9F60-2833-4CFD-B513-318124F52311}" type="presParOf" srcId="{94A5045D-79BA-41FF-A0C4-441AEB5C9530}" destId="{4E35850D-48C0-4FC0-ACE8-858AD5AC440D}" srcOrd="4" destOrd="0" presId="urn:microsoft.com/office/officeart/2018/2/layout/IconVerticalSolidList"/>
    <dgm:cxn modelId="{1B64CEDE-4807-403F-8E82-1EDB91F9A97B}" type="presParOf" srcId="{4E35850D-48C0-4FC0-ACE8-858AD5AC440D}" destId="{F25B1328-CDC5-40F9-8E29-245350AB51BC}" srcOrd="0" destOrd="0" presId="urn:microsoft.com/office/officeart/2018/2/layout/IconVerticalSolidList"/>
    <dgm:cxn modelId="{7F1C6449-BF49-4E27-9976-EFA046D69000}" type="presParOf" srcId="{4E35850D-48C0-4FC0-ACE8-858AD5AC440D}" destId="{4B8A06A6-D28F-4510-96C9-FE8BE87D69DA}" srcOrd="1" destOrd="0" presId="urn:microsoft.com/office/officeart/2018/2/layout/IconVerticalSolidList"/>
    <dgm:cxn modelId="{89F57F6F-F0A7-4F00-AA74-08D231CAA989}" type="presParOf" srcId="{4E35850D-48C0-4FC0-ACE8-858AD5AC440D}" destId="{89135DA5-D68C-4277-AC59-39A2819B621F}" srcOrd="2" destOrd="0" presId="urn:microsoft.com/office/officeart/2018/2/layout/IconVerticalSolidList"/>
    <dgm:cxn modelId="{69156FD9-58CA-4F83-8B3B-B4AED75870EB}" type="presParOf" srcId="{4E35850D-48C0-4FC0-ACE8-858AD5AC440D}" destId="{96F3243A-4EE8-49CA-81B3-288D6156CAE3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ED4C8567-1A80-4AE9-A465-F644F1B73FC5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FAA1C50-3FBC-4D98-8F45-84E77D1987BC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tackles the growing cheating problem by moving from older file scanning to cutting-edge tech that spots suspicious player behavior.</a:t>
          </a:r>
        </a:p>
      </dgm:t>
    </dgm:pt>
    <dgm:pt modelId="{89C49FA8-2F8B-46DD-B2AF-FE2FF2FF2A89}" type="parTrans" cxnId="{04B80856-3363-4AC1-922B-B27A63911A4D}">
      <dgm:prSet/>
      <dgm:spPr/>
      <dgm:t>
        <a:bodyPr/>
        <a:lstStyle/>
        <a:p>
          <a:endParaRPr lang="en-US"/>
        </a:p>
      </dgm:t>
    </dgm:pt>
    <dgm:pt modelId="{171214E1-BBA1-4DEB-BE8E-F4C3E78035B7}" type="sibTrans" cxnId="{04B80856-3363-4AC1-922B-B27A63911A4D}">
      <dgm:prSet/>
      <dgm:spPr/>
      <dgm:t>
        <a:bodyPr/>
        <a:lstStyle/>
        <a:p>
          <a:endParaRPr lang="en-US"/>
        </a:p>
      </dgm:t>
    </dgm:pt>
    <dgm:pt modelId="{2A278D2F-335A-4311-A55F-E45487C4A408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The system focuses on the physical results of a player's actions. </a:t>
          </a:r>
        </a:p>
      </dgm:t>
    </dgm:pt>
    <dgm:pt modelId="{F708021B-3BB9-4D6F-B932-1A4FBE3E4B87}" type="parTrans" cxnId="{F5C663D9-30D1-4C28-8CA5-43933FF12B6C}">
      <dgm:prSet/>
      <dgm:spPr/>
      <dgm:t>
        <a:bodyPr/>
        <a:lstStyle/>
        <a:p>
          <a:endParaRPr lang="en-US"/>
        </a:p>
      </dgm:t>
    </dgm:pt>
    <dgm:pt modelId="{659ED1F7-7782-48D5-BCF9-7EDD84AE5CD0}" type="sibTrans" cxnId="{F5C663D9-30D1-4C28-8CA5-43933FF12B6C}">
      <dgm:prSet/>
      <dgm:spPr/>
      <dgm:t>
        <a:bodyPr/>
        <a:lstStyle/>
        <a:p>
          <a:endParaRPr lang="en-US"/>
        </a:p>
      </dgm:t>
    </dgm:pt>
    <dgm:pt modelId="{5DA785EA-4E73-4BDD-AC44-0235DC6219E2}">
      <dgm:prSet/>
      <dgm:spPr/>
      <dgm:t>
        <a:bodyPr/>
        <a:lstStyle/>
        <a:p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stops using intrusive spyware by mathematically defining exactly what is and isn’t physically possible for a human to do.</a:t>
          </a:r>
        </a:p>
      </dgm:t>
    </dgm:pt>
    <dgm:pt modelId="{CEC9259F-A339-45A6-8D27-9B02CD619D57}" type="parTrans" cxnId="{49C02C95-74E8-4FF6-BD68-DB67AE433D13}">
      <dgm:prSet/>
      <dgm:spPr/>
      <dgm:t>
        <a:bodyPr/>
        <a:lstStyle/>
        <a:p>
          <a:endParaRPr lang="en-US"/>
        </a:p>
      </dgm:t>
    </dgm:pt>
    <dgm:pt modelId="{6D75CF1B-2EB3-49FC-97D4-64BD829C8BE8}" type="sibTrans" cxnId="{49C02C95-74E8-4FF6-BD68-DB67AE433D13}">
      <dgm:prSet/>
      <dgm:spPr/>
      <dgm:t>
        <a:bodyPr/>
        <a:lstStyle/>
        <a:p>
          <a:endParaRPr lang="en-US"/>
        </a:p>
      </dgm:t>
    </dgm:pt>
    <dgm:pt modelId="{5108AEE0-389D-4F82-B5F3-E851CC238C60}" type="pres">
      <dgm:prSet presAssocID="{ED4C8567-1A80-4AE9-A465-F644F1B73FC5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6F07E382-B7CD-45B0-8E64-828D9FA3C099}" type="pres">
      <dgm:prSet presAssocID="{6FAA1C50-3FBC-4D98-8F45-84E77D1987BC}" presName="hierRoot1" presStyleCnt="0"/>
      <dgm:spPr/>
    </dgm:pt>
    <dgm:pt modelId="{F5554F99-E455-4152-8B07-16CDE21D57AA}" type="pres">
      <dgm:prSet presAssocID="{6FAA1C50-3FBC-4D98-8F45-84E77D1987BC}" presName="composite" presStyleCnt="0"/>
      <dgm:spPr/>
    </dgm:pt>
    <dgm:pt modelId="{FC86F244-A2E5-47DB-80D6-E0CFBB8AFAF7}" type="pres">
      <dgm:prSet presAssocID="{6FAA1C50-3FBC-4D98-8F45-84E77D1987BC}" presName="background" presStyleLbl="node0" presStyleIdx="0" presStyleCnt="3"/>
      <dgm:spPr/>
    </dgm:pt>
    <dgm:pt modelId="{34335B61-0F4C-4E80-8631-779CC2DB7E61}" type="pres">
      <dgm:prSet presAssocID="{6FAA1C50-3FBC-4D98-8F45-84E77D1987BC}" presName="text" presStyleLbl="fgAcc0" presStyleIdx="0" presStyleCnt="3">
        <dgm:presLayoutVars>
          <dgm:chPref val="3"/>
        </dgm:presLayoutVars>
      </dgm:prSet>
      <dgm:spPr/>
    </dgm:pt>
    <dgm:pt modelId="{B05EA98D-D620-4584-90E1-622DF8EE7DC6}" type="pres">
      <dgm:prSet presAssocID="{6FAA1C50-3FBC-4D98-8F45-84E77D1987BC}" presName="hierChild2" presStyleCnt="0"/>
      <dgm:spPr/>
    </dgm:pt>
    <dgm:pt modelId="{AB415033-7F71-4430-9B50-FB86912B8EAC}" type="pres">
      <dgm:prSet presAssocID="{2A278D2F-335A-4311-A55F-E45487C4A408}" presName="hierRoot1" presStyleCnt="0"/>
      <dgm:spPr/>
    </dgm:pt>
    <dgm:pt modelId="{C1F6D32B-4F68-4F29-8B7D-B975AB038025}" type="pres">
      <dgm:prSet presAssocID="{2A278D2F-335A-4311-A55F-E45487C4A408}" presName="composite" presStyleCnt="0"/>
      <dgm:spPr/>
    </dgm:pt>
    <dgm:pt modelId="{B9F44EDE-FAEA-4CE0-9483-A07B754B7F7E}" type="pres">
      <dgm:prSet presAssocID="{2A278D2F-335A-4311-A55F-E45487C4A408}" presName="background" presStyleLbl="node0" presStyleIdx="1" presStyleCnt="3"/>
      <dgm:spPr/>
    </dgm:pt>
    <dgm:pt modelId="{3A20DC89-B1C0-4FEE-A3F3-85FE703A4875}" type="pres">
      <dgm:prSet presAssocID="{2A278D2F-335A-4311-A55F-E45487C4A408}" presName="text" presStyleLbl="fgAcc0" presStyleIdx="1" presStyleCnt="3">
        <dgm:presLayoutVars>
          <dgm:chPref val="3"/>
        </dgm:presLayoutVars>
      </dgm:prSet>
      <dgm:spPr/>
    </dgm:pt>
    <dgm:pt modelId="{9274E986-073D-403D-8EF3-A10EC3473351}" type="pres">
      <dgm:prSet presAssocID="{2A278D2F-335A-4311-A55F-E45487C4A408}" presName="hierChild2" presStyleCnt="0"/>
      <dgm:spPr/>
    </dgm:pt>
    <dgm:pt modelId="{D43DE59D-821D-448B-B576-28D63E744B70}" type="pres">
      <dgm:prSet presAssocID="{5DA785EA-4E73-4BDD-AC44-0235DC6219E2}" presName="hierRoot1" presStyleCnt="0"/>
      <dgm:spPr/>
    </dgm:pt>
    <dgm:pt modelId="{EE51134A-0470-469B-A93B-0B1B04AC1EAD}" type="pres">
      <dgm:prSet presAssocID="{5DA785EA-4E73-4BDD-AC44-0235DC6219E2}" presName="composite" presStyleCnt="0"/>
      <dgm:spPr/>
    </dgm:pt>
    <dgm:pt modelId="{58158213-8052-471B-98C5-13149BA29192}" type="pres">
      <dgm:prSet presAssocID="{5DA785EA-4E73-4BDD-AC44-0235DC6219E2}" presName="background" presStyleLbl="node0" presStyleIdx="2" presStyleCnt="3"/>
      <dgm:spPr/>
    </dgm:pt>
    <dgm:pt modelId="{6458CB30-7758-470E-8B60-FE5E7867C3DE}" type="pres">
      <dgm:prSet presAssocID="{5DA785EA-4E73-4BDD-AC44-0235DC6219E2}" presName="text" presStyleLbl="fgAcc0" presStyleIdx="2" presStyleCnt="3">
        <dgm:presLayoutVars>
          <dgm:chPref val="3"/>
        </dgm:presLayoutVars>
      </dgm:prSet>
      <dgm:spPr/>
    </dgm:pt>
    <dgm:pt modelId="{A3C291F2-A9FE-4AFC-9FCB-85F7F86D1B92}" type="pres">
      <dgm:prSet presAssocID="{5DA785EA-4E73-4BDD-AC44-0235DC6219E2}" presName="hierChild2" presStyleCnt="0"/>
      <dgm:spPr/>
    </dgm:pt>
  </dgm:ptLst>
  <dgm:cxnLst>
    <dgm:cxn modelId="{66A65302-6EB5-4CFE-99F2-8A5F9B9874FB}" type="presOf" srcId="{2A278D2F-335A-4311-A55F-E45487C4A408}" destId="{3A20DC89-B1C0-4FEE-A3F3-85FE703A4875}" srcOrd="0" destOrd="0" presId="urn:microsoft.com/office/officeart/2005/8/layout/hierarchy1"/>
    <dgm:cxn modelId="{EED2F204-D7DC-4001-B677-CFB6D5A59BF3}" type="presOf" srcId="{5DA785EA-4E73-4BDD-AC44-0235DC6219E2}" destId="{6458CB30-7758-470E-8B60-FE5E7867C3DE}" srcOrd="0" destOrd="0" presId="urn:microsoft.com/office/officeart/2005/8/layout/hierarchy1"/>
    <dgm:cxn modelId="{73D1FF37-F7ED-4531-867F-02BC0B4B4CC9}" type="presOf" srcId="{6FAA1C50-3FBC-4D98-8F45-84E77D1987BC}" destId="{34335B61-0F4C-4E80-8631-779CC2DB7E61}" srcOrd="0" destOrd="0" presId="urn:microsoft.com/office/officeart/2005/8/layout/hierarchy1"/>
    <dgm:cxn modelId="{36CC843C-D85E-4337-8401-7E7C1D3A7616}" type="presOf" srcId="{ED4C8567-1A80-4AE9-A465-F644F1B73FC5}" destId="{5108AEE0-389D-4F82-B5F3-E851CC238C60}" srcOrd="0" destOrd="0" presId="urn:microsoft.com/office/officeart/2005/8/layout/hierarchy1"/>
    <dgm:cxn modelId="{04B80856-3363-4AC1-922B-B27A63911A4D}" srcId="{ED4C8567-1A80-4AE9-A465-F644F1B73FC5}" destId="{6FAA1C50-3FBC-4D98-8F45-84E77D1987BC}" srcOrd="0" destOrd="0" parTransId="{89C49FA8-2F8B-46DD-B2AF-FE2FF2FF2A89}" sibTransId="{171214E1-BBA1-4DEB-BE8E-F4C3E78035B7}"/>
    <dgm:cxn modelId="{49C02C95-74E8-4FF6-BD68-DB67AE433D13}" srcId="{ED4C8567-1A80-4AE9-A465-F644F1B73FC5}" destId="{5DA785EA-4E73-4BDD-AC44-0235DC6219E2}" srcOrd="2" destOrd="0" parTransId="{CEC9259F-A339-45A6-8D27-9B02CD619D57}" sibTransId="{6D75CF1B-2EB3-49FC-97D4-64BD829C8BE8}"/>
    <dgm:cxn modelId="{F5C663D9-30D1-4C28-8CA5-43933FF12B6C}" srcId="{ED4C8567-1A80-4AE9-A465-F644F1B73FC5}" destId="{2A278D2F-335A-4311-A55F-E45487C4A408}" srcOrd="1" destOrd="0" parTransId="{F708021B-3BB9-4D6F-B932-1A4FBE3E4B87}" sibTransId="{659ED1F7-7782-48D5-BCF9-7EDD84AE5CD0}"/>
    <dgm:cxn modelId="{0E52272A-2924-41E6-B899-AD2222F2A6FF}" type="presParOf" srcId="{5108AEE0-389D-4F82-B5F3-E851CC238C60}" destId="{6F07E382-B7CD-45B0-8E64-828D9FA3C099}" srcOrd="0" destOrd="0" presId="urn:microsoft.com/office/officeart/2005/8/layout/hierarchy1"/>
    <dgm:cxn modelId="{17F32808-461D-492C-9220-359CA9198C42}" type="presParOf" srcId="{6F07E382-B7CD-45B0-8E64-828D9FA3C099}" destId="{F5554F99-E455-4152-8B07-16CDE21D57AA}" srcOrd="0" destOrd="0" presId="urn:microsoft.com/office/officeart/2005/8/layout/hierarchy1"/>
    <dgm:cxn modelId="{EE6F10A8-16F7-470B-B3E4-BB601FB8ACC1}" type="presParOf" srcId="{F5554F99-E455-4152-8B07-16CDE21D57AA}" destId="{FC86F244-A2E5-47DB-80D6-E0CFBB8AFAF7}" srcOrd="0" destOrd="0" presId="urn:microsoft.com/office/officeart/2005/8/layout/hierarchy1"/>
    <dgm:cxn modelId="{723D09CE-F6A1-49DE-8BE6-DEB741AD6163}" type="presParOf" srcId="{F5554F99-E455-4152-8B07-16CDE21D57AA}" destId="{34335B61-0F4C-4E80-8631-779CC2DB7E61}" srcOrd="1" destOrd="0" presId="urn:microsoft.com/office/officeart/2005/8/layout/hierarchy1"/>
    <dgm:cxn modelId="{11B529C0-DFFA-43EA-95D7-4270EC2736D7}" type="presParOf" srcId="{6F07E382-B7CD-45B0-8E64-828D9FA3C099}" destId="{B05EA98D-D620-4584-90E1-622DF8EE7DC6}" srcOrd="1" destOrd="0" presId="urn:microsoft.com/office/officeart/2005/8/layout/hierarchy1"/>
    <dgm:cxn modelId="{6708498D-8B44-47ED-BF00-81E71331612D}" type="presParOf" srcId="{5108AEE0-389D-4F82-B5F3-E851CC238C60}" destId="{AB415033-7F71-4430-9B50-FB86912B8EAC}" srcOrd="1" destOrd="0" presId="urn:microsoft.com/office/officeart/2005/8/layout/hierarchy1"/>
    <dgm:cxn modelId="{4A0824DC-BDA5-42FA-BDF6-9755BC4EFFFC}" type="presParOf" srcId="{AB415033-7F71-4430-9B50-FB86912B8EAC}" destId="{C1F6D32B-4F68-4F29-8B7D-B975AB038025}" srcOrd="0" destOrd="0" presId="urn:microsoft.com/office/officeart/2005/8/layout/hierarchy1"/>
    <dgm:cxn modelId="{EB8DE6B3-0AF0-48FA-9EDC-DCC3091BFEC2}" type="presParOf" srcId="{C1F6D32B-4F68-4F29-8B7D-B975AB038025}" destId="{B9F44EDE-FAEA-4CE0-9483-A07B754B7F7E}" srcOrd="0" destOrd="0" presId="urn:microsoft.com/office/officeart/2005/8/layout/hierarchy1"/>
    <dgm:cxn modelId="{8540821C-E958-4917-9E0C-BDFE3F8DAB5D}" type="presParOf" srcId="{C1F6D32B-4F68-4F29-8B7D-B975AB038025}" destId="{3A20DC89-B1C0-4FEE-A3F3-85FE703A4875}" srcOrd="1" destOrd="0" presId="urn:microsoft.com/office/officeart/2005/8/layout/hierarchy1"/>
    <dgm:cxn modelId="{572CEA8C-92DD-401D-9102-1A6919643455}" type="presParOf" srcId="{AB415033-7F71-4430-9B50-FB86912B8EAC}" destId="{9274E986-073D-403D-8EF3-A10EC3473351}" srcOrd="1" destOrd="0" presId="urn:microsoft.com/office/officeart/2005/8/layout/hierarchy1"/>
    <dgm:cxn modelId="{AA4BFCC7-5751-4D08-99F4-F7936225CBE3}" type="presParOf" srcId="{5108AEE0-389D-4F82-B5F3-E851CC238C60}" destId="{D43DE59D-821D-448B-B576-28D63E744B70}" srcOrd="2" destOrd="0" presId="urn:microsoft.com/office/officeart/2005/8/layout/hierarchy1"/>
    <dgm:cxn modelId="{3FE953F4-E9C1-49B5-AE36-A0D437465C6D}" type="presParOf" srcId="{D43DE59D-821D-448B-B576-28D63E744B70}" destId="{EE51134A-0470-469B-A93B-0B1B04AC1EAD}" srcOrd="0" destOrd="0" presId="urn:microsoft.com/office/officeart/2005/8/layout/hierarchy1"/>
    <dgm:cxn modelId="{85AA81E8-8006-400C-AEB6-7DF4655E09FC}" type="presParOf" srcId="{EE51134A-0470-469B-A93B-0B1B04AC1EAD}" destId="{58158213-8052-471B-98C5-13149BA29192}" srcOrd="0" destOrd="0" presId="urn:microsoft.com/office/officeart/2005/8/layout/hierarchy1"/>
    <dgm:cxn modelId="{83527E25-60C4-4243-AFD6-A7A1C84912E4}" type="presParOf" srcId="{EE51134A-0470-469B-A93B-0B1B04AC1EAD}" destId="{6458CB30-7758-470E-8B60-FE5E7867C3DE}" srcOrd="1" destOrd="0" presId="urn:microsoft.com/office/officeart/2005/8/layout/hierarchy1"/>
    <dgm:cxn modelId="{B7FE5681-6336-49D7-92F1-CB66C860039C}" type="presParOf" srcId="{D43DE59D-821D-448B-B576-28D63E744B70}" destId="{A3C291F2-A9FE-4AFC-9FCB-85F7F86D1B92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FD800FB8-9839-4389-8150-D8C0092F97C0}" type="doc">
      <dgm:prSet loTypeId="urn:microsoft.com/office/officeart/2018/2/layout/IconVerticalSolid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F13A5256-F5CA-4A74-9380-BB717D721B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Biological Fingerprinting: </a:t>
          </a:r>
        </a:p>
        <a:p>
          <a:pPr>
            <a:lnSpc>
              <a:spcPct val="100000"/>
            </a:lnSpc>
          </a:pPr>
          <a:r>
            <a:rPr lang="en-US" dirty="0"/>
            <a:t>The system monitors physical limits and natural hand tremors to tell the difference between human "noise" and perfectly robotic movements.</a:t>
          </a:r>
        </a:p>
      </dgm:t>
    </dgm:pt>
    <dgm:pt modelId="{74D1C515-CF01-4122-954E-D524E97311C0}" type="parTrans" cxnId="{5CEB1864-1147-4905-B7D3-867502742E1C}">
      <dgm:prSet/>
      <dgm:spPr/>
      <dgm:t>
        <a:bodyPr/>
        <a:lstStyle/>
        <a:p>
          <a:endParaRPr lang="en-US"/>
        </a:p>
      </dgm:t>
    </dgm:pt>
    <dgm:pt modelId="{50058149-3980-456C-9F17-458863454C69}" type="sibTrans" cxnId="{5CEB1864-1147-4905-B7D3-867502742E1C}">
      <dgm:prSet/>
      <dgm:spPr/>
      <dgm:t>
        <a:bodyPr/>
        <a:lstStyle/>
        <a:p>
          <a:endParaRPr lang="en-US"/>
        </a:p>
      </dgm:t>
    </dgm:pt>
    <dgm:pt modelId="{F41836E3-1053-4863-9A4B-119601799F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Temporal Sequence Modeling: </a:t>
          </a:r>
        </a:p>
        <a:p>
          <a:pPr>
            <a:lnSpc>
              <a:spcPct val="100000"/>
            </a:lnSpc>
          </a:pPr>
          <a:r>
            <a:rPr lang="en-US" dirty="0"/>
            <a:t>AI analyzes movement over time to spot robotic patterns that standard scanners miss by only looking at a single moment.</a:t>
          </a:r>
        </a:p>
      </dgm:t>
    </dgm:pt>
    <dgm:pt modelId="{EBA1D6C3-A359-47FF-94FF-EB678A325B67}" type="parTrans" cxnId="{0BFA442C-C90E-4F85-8728-621994D4B375}">
      <dgm:prSet/>
      <dgm:spPr/>
      <dgm:t>
        <a:bodyPr/>
        <a:lstStyle/>
        <a:p>
          <a:endParaRPr lang="en-US"/>
        </a:p>
      </dgm:t>
    </dgm:pt>
    <dgm:pt modelId="{2B5B8E43-7AA9-4B91-97CA-9B4C4CA7A661}" type="sibTrans" cxnId="{0BFA442C-C90E-4F85-8728-621994D4B375}">
      <dgm:prSet/>
      <dgm:spPr/>
      <dgm:t>
        <a:bodyPr/>
        <a:lstStyle/>
        <a:p>
          <a:endParaRPr lang="en-US"/>
        </a:p>
      </dgm:t>
    </dgm:pt>
    <dgm:pt modelId="{F1E2C82A-F6C4-484E-A883-9444D74BD2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High-Skill Calibration: </a:t>
          </a:r>
        </a:p>
        <a:p>
          <a:pPr>
            <a:lnSpc>
              <a:spcPct val="100000"/>
            </a:lnSpc>
          </a:pPr>
          <a:r>
            <a:rPr lang="en-US" dirty="0"/>
            <a:t>By training the system on data from top-tier pros, it can tell the difference between skill and  cheating, preventing fair players from getting banned.</a:t>
          </a:r>
        </a:p>
      </dgm:t>
    </dgm:pt>
    <dgm:pt modelId="{68B49D46-1E89-40F6-982B-E4B89563BA90}" type="parTrans" cxnId="{AF159ABD-0F27-4124-8394-DC4B642389C4}">
      <dgm:prSet/>
      <dgm:spPr/>
      <dgm:t>
        <a:bodyPr/>
        <a:lstStyle/>
        <a:p>
          <a:endParaRPr lang="en-US"/>
        </a:p>
      </dgm:t>
    </dgm:pt>
    <dgm:pt modelId="{E060F4E5-5680-4A62-B2EE-C1807FE4CCAB}" type="sibTrans" cxnId="{AF159ABD-0F27-4124-8394-DC4B642389C4}">
      <dgm:prSet/>
      <dgm:spPr/>
      <dgm:t>
        <a:bodyPr/>
        <a:lstStyle/>
        <a:p>
          <a:endParaRPr lang="en-US"/>
        </a:p>
      </dgm:t>
    </dgm:pt>
    <dgm:pt modelId="{C6774479-7D2E-4D88-BDED-3E9B6C07DB2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Real-Time Enforcement: </a:t>
          </a:r>
        </a:p>
        <a:p>
          <a:pPr>
            <a:lnSpc>
              <a:spcPct val="100000"/>
            </a:lnSpc>
          </a:pPr>
          <a:r>
            <a:rPr lang="en-US" dirty="0">
              <a:latin typeface="Times New Roman" panose="02020603050405020304" pitchFamily="18" charset="0"/>
              <a:cs typeface="Times New Roman" panose="02020603050405020304" pitchFamily="18" charset="0"/>
            </a:rPr>
            <a:t>The system works fast enough to catch and stop cheaters mid-match, protecting player rankings and keeping the game fair for everyone.</a:t>
          </a:r>
        </a:p>
      </dgm:t>
    </dgm:pt>
    <dgm:pt modelId="{6897D38D-0264-4AD0-8E1F-C7B8AA87DF23}" type="parTrans" cxnId="{BC7B7FE9-C93D-49AA-BEA6-6D1EDDE2E501}">
      <dgm:prSet/>
      <dgm:spPr/>
      <dgm:t>
        <a:bodyPr/>
        <a:lstStyle/>
        <a:p>
          <a:endParaRPr lang="en-US"/>
        </a:p>
      </dgm:t>
    </dgm:pt>
    <dgm:pt modelId="{40CD12D8-C3DA-4294-B9BE-783FE339F8D2}" type="sibTrans" cxnId="{BC7B7FE9-C93D-49AA-BEA6-6D1EDDE2E501}">
      <dgm:prSet/>
      <dgm:spPr/>
      <dgm:t>
        <a:bodyPr/>
        <a:lstStyle/>
        <a:p>
          <a:endParaRPr lang="en-US"/>
        </a:p>
      </dgm:t>
    </dgm:pt>
    <dgm:pt modelId="{9CD0F64D-5E6A-48A2-88DB-7CB2371E63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Future-Proof Methodology: </a:t>
          </a:r>
        </a:p>
        <a:p>
          <a:pPr>
            <a:lnSpc>
              <a:spcPct val="100000"/>
            </a:lnSpc>
          </a:pPr>
          <a:r>
            <a:rPr lang="en-US" dirty="0"/>
            <a:t>The framework incorporates explainable AI and risk scoring to counter emerging humanized cheats through advanced jitter analysis and adversarial training.</a:t>
          </a:r>
        </a:p>
      </dgm:t>
    </dgm:pt>
    <dgm:pt modelId="{410B259C-A1EF-4FAB-9769-3DE28BBEEEBB}" type="parTrans" cxnId="{154BD8E5-AAAD-405C-A98A-A43E73E74DD4}">
      <dgm:prSet/>
      <dgm:spPr/>
      <dgm:t>
        <a:bodyPr/>
        <a:lstStyle/>
        <a:p>
          <a:endParaRPr lang="en-US"/>
        </a:p>
      </dgm:t>
    </dgm:pt>
    <dgm:pt modelId="{073B171F-EC2C-43A0-8DA1-96309412539C}" type="sibTrans" cxnId="{154BD8E5-AAAD-405C-A98A-A43E73E74DD4}">
      <dgm:prSet/>
      <dgm:spPr/>
      <dgm:t>
        <a:bodyPr/>
        <a:lstStyle/>
        <a:p>
          <a:endParaRPr lang="en-US"/>
        </a:p>
      </dgm:t>
    </dgm:pt>
    <dgm:pt modelId="{A2BDFEE5-0D1B-4A31-AFBF-CAE7269B8493}" type="pres">
      <dgm:prSet presAssocID="{FD800FB8-9839-4389-8150-D8C0092F97C0}" presName="root" presStyleCnt="0">
        <dgm:presLayoutVars>
          <dgm:dir/>
          <dgm:resizeHandles val="exact"/>
        </dgm:presLayoutVars>
      </dgm:prSet>
      <dgm:spPr/>
    </dgm:pt>
    <dgm:pt modelId="{FD19E0A7-51DB-4064-BE13-65439D11BD94}" type="pres">
      <dgm:prSet presAssocID="{F13A5256-F5CA-4A74-9380-BB717D721B0D}" presName="compNode" presStyleCnt="0"/>
      <dgm:spPr/>
    </dgm:pt>
    <dgm:pt modelId="{F7CB2548-FA95-4C74-A5F4-4EEFC1A014B6}" type="pres">
      <dgm:prSet presAssocID="{F13A5256-F5CA-4A74-9380-BB717D721B0D}" presName="bgRect" presStyleLbl="bgShp" presStyleIdx="0" presStyleCnt="5"/>
      <dgm:spPr/>
    </dgm:pt>
    <dgm:pt modelId="{87463A16-4B48-4A77-B640-62C75668E204}" type="pres">
      <dgm:prSet presAssocID="{F13A5256-F5CA-4A74-9380-BB717D721B0D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inger Print"/>
        </a:ext>
      </dgm:extLst>
    </dgm:pt>
    <dgm:pt modelId="{5F8E78A6-8378-4285-AF4D-2C91E1B9F95B}" type="pres">
      <dgm:prSet presAssocID="{F13A5256-F5CA-4A74-9380-BB717D721B0D}" presName="spaceRect" presStyleCnt="0"/>
      <dgm:spPr/>
    </dgm:pt>
    <dgm:pt modelId="{B0A0DBDD-E098-41E7-B753-3B915C2A9C61}" type="pres">
      <dgm:prSet presAssocID="{F13A5256-F5CA-4A74-9380-BB717D721B0D}" presName="parTx" presStyleLbl="revTx" presStyleIdx="0" presStyleCnt="5">
        <dgm:presLayoutVars>
          <dgm:chMax val="0"/>
          <dgm:chPref val="0"/>
        </dgm:presLayoutVars>
      </dgm:prSet>
      <dgm:spPr/>
    </dgm:pt>
    <dgm:pt modelId="{94D18C79-BAD2-49F9-8586-F92617B88B19}" type="pres">
      <dgm:prSet presAssocID="{50058149-3980-456C-9F17-458863454C69}" presName="sibTrans" presStyleCnt="0"/>
      <dgm:spPr/>
    </dgm:pt>
    <dgm:pt modelId="{F78CEBA3-1FC2-4B83-8F8E-3F9FDA2325A9}" type="pres">
      <dgm:prSet presAssocID="{F41836E3-1053-4863-9A4B-119601799F2E}" presName="compNode" presStyleCnt="0"/>
      <dgm:spPr/>
    </dgm:pt>
    <dgm:pt modelId="{99EAF320-8390-4D07-8AA3-3702637678E1}" type="pres">
      <dgm:prSet presAssocID="{F41836E3-1053-4863-9A4B-119601799F2E}" presName="bgRect" presStyleLbl="bgShp" presStyleIdx="1" presStyleCnt="5"/>
      <dgm:spPr/>
    </dgm:pt>
    <dgm:pt modelId="{57F79908-0850-40D7-BAA1-30A9DD194300}" type="pres">
      <dgm:prSet presAssocID="{F41836E3-1053-4863-9A4B-119601799F2E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canner"/>
        </a:ext>
      </dgm:extLst>
    </dgm:pt>
    <dgm:pt modelId="{28B502EB-09CA-4F72-BF4E-92A57A141AFF}" type="pres">
      <dgm:prSet presAssocID="{F41836E3-1053-4863-9A4B-119601799F2E}" presName="spaceRect" presStyleCnt="0"/>
      <dgm:spPr/>
    </dgm:pt>
    <dgm:pt modelId="{D630D8BE-1E17-4A6D-9CFD-061920699627}" type="pres">
      <dgm:prSet presAssocID="{F41836E3-1053-4863-9A4B-119601799F2E}" presName="parTx" presStyleLbl="revTx" presStyleIdx="1" presStyleCnt="5">
        <dgm:presLayoutVars>
          <dgm:chMax val="0"/>
          <dgm:chPref val="0"/>
        </dgm:presLayoutVars>
      </dgm:prSet>
      <dgm:spPr/>
    </dgm:pt>
    <dgm:pt modelId="{41697D0A-B442-4746-BA19-162FA626F828}" type="pres">
      <dgm:prSet presAssocID="{2B5B8E43-7AA9-4B91-97CA-9B4C4CA7A661}" presName="sibTrans" presStyleCnt="0"/>
      <dgm:spPr/>
    </dgm:pt>
    <dgm:pt modelId="{0D0A1A8E-4398-4A4F-AB9D-AF2C02443530}" type="pres">
      <dgm:prSet presAssocID="{F1E2C82A-F6C4-484E-A883-9444D74BD21E}" presName="compNode" presStyleCnt="0"/>
      <dgm:spPr/>
    </dgm:pt>
    <dgm:pt modelId="{0F39D49C-8117-414E-9D73-2057E36AA7F6}" type="pres">
      <dgm:prSet presAssocID="{F1E2C82A-F6C4-484E-A883-9444D74BD21E}" presName="bgRect" presStyleLbl="bgShp" presStyleIdx="2" presStyleCnt="5"/>
      <dgm:spPr/>
    </dgm:pt>
    <dgm:pt modelId="{695A9E45-ADED-44CB-A5B9-32894317339B}" type="pres">
      <dgm:prSet presAssocID="{F1E2C82A-F6C4-484E-A883-9444D74BD21E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451B4DAB-018C-4A47-9271-070FF0AA8C55}" type="pres">
      <dgm:prSet presAssocID="{F1E2C82A-F6C4-484E-A883-9444D74BD21E}" presName="spaceRect" presStyleCnt="0"/>
      <dgm:spPr/>
    </dgm:pt>
    <dgm:pt modelId="{C1615960-CC3B-48D5-BA87-89A1CED1AAE4}" type="pres">
      <dgm:prSet presAssocID="{F1E2C82A-F6C4-484E-A883-9444D74BD21E}" presName="parTx" presStyleLbl="revTx" presStyleIdx="2" presStyleCnt="5">
        <dgm:presLayoutVars>
          <dgm:chMax val="0"/>
          <dgm:chPref val="0"/>
        </dgm:presLayoutVars>
      </dgm:prSet>
      <dgm:spPr/>
    </dgm:pt>
    <dgm:pt modelId="{D5415987-7A2B-4A32-8C87-D568885B04B7}" type="pres">
      <dgm:prSet presAssocID="{E060F4E5-5680-4A62-B2EE-C1807FE4CCAB}" presName="sibTrans" presStyleCnt="0"/>
      <dgm:spPr/>
    </dgm:pt>
    <dgm:pt modelId="{C4E56CAE-5D7B-456E-BFC3-2E64089A019C}" type="pres">
      <dgm:prSet presAssocID="{C6774479-7D2E-4D88-BDED-3E9B6C07DB2C}" presName="compNode" presStyleCnt="0"/>
      <dgm:spPr/>
    </dgm:pt>
    <dgm:pt modelId="{B305C519-C322-42EA-B7D8-A70117891E7C}" type="pres">
      <dgm:prSet presAssocID="{C6774479-7D2E-4D88-BDED-3E9B6C07DB2C}" presName="bgRect" presStyleLbl="bgShp" presStyleIdx="3" presStyleCnt="5"/>
      <dgm:spPr/>
    </dgm:pt>
    <dgm:pt modelId="{CAB9D26D-D93B-4442-B75E-5EF36D7786A4}" type="pres">
      <dgm:prSet presAssocID="{C6774479-7D2E-4D88-BDED-3E9B6C07DB2C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aptain"/>
        </a:ext>
      </dgm:extLst>
    </dgm:pt>
    <dgm:pt modelId="{4693351E-64DC-43CA-9195-214495996B3D}" type="pres">
      <dgm:prSet presAssocID="{C6774479-7D2E-4D88-BDED-3E9B6C07DB2C}" presName="spaceRect" presStyleCnt="0"/>
      <dgm:spPr/>
    </dgm:pt>
    <dgm:pt modelId="{D63D9285-1891-428C-98D4-F4B0353F145A}" type="pres">
      <dgm:prSet presAssocID="{C6774479-7D2E-4D88-BDED-3E9B6C07DB2C}" presName="parTx" presStyleLbl="revTx" presStyleIdx="3" presStyleCnt="5">
        <dgm:presLayoutVars>
          <dgm:chMax val="0"/>
          <dgm:chPref val="0"/>
        </dgm:presLayoutVars>
      </dgm:prSet>
      <dgm:spPr/>
    </dgm:pt>
    <dgm:pt modelId="{958C3FC1-B250-463A-B0E9-F059DC27FFA4}" type="pres">
      <dgm:prSet presAssocID="{40CD12D8-C3DA-4294-B9BE-783FE339F8D2}" presName="sibTrans" presStyleCnt="0"/>
      <dgm:spPr/>
    </dgm:pt>
    <dgm:pt modelId="{27B405AE-C21A-4856-9E8D-316772754152}" type="pres">
      <dgm:prSet presAssocID="{9CD0F64D-5E6A-48A2-88DB-7CB2371E63C5}" presName="compNode" presStyleCnt="0"/>
      <dgm:spPr/>
    </dgm:pt>
    <dgm:pt modelId="{415EA602-0BDC-4E4B-8234-90D99731E297}" type="pres">
      <dgm:prSet presAssocID="{9CD0F64D-5E6A-48A2-88DB-7CB2371E63C5}" presName="bgRect" presStyleLbl="bgShp" presStyleIdx="4" presStyleCnt="5"/>
      <dgm:spPr/>
    </dgm:pt>
    <dgm:pt modelId="{600B9C48-7CD1-4BDF-A0D9-D4D72DD70C46}" type="pres">
      <dgm:prSet presAssocID="{9CD0F64D-5E6A-48A2-88DB-7CB2371E63C5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A57C9791-BC71-49CD-BD93-458420254417}" type="pres">
      <dgm:prSet presAssocID="{9CD0F64D-5E6A-48A2-88DB-7CB2371E63C5}" presName="spaceRect" presStyleCnt="0"/>
      <dgm:spPr/>
    </dgm:pt>
    <dgm:pt modelId="{F82EB21C-F0D6-480C-A1F9-2DBC5A765A59}" type="pres">
      <dgm:prSet presAssocID="{9CD0F64D-5E6A-48A2-88DB-7CB2371E63C5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0BFA442C-C90E-4F85-8728-621994D4B375}" srcId="{FD800FB8-9839-4389-8150-D8C0092F97C0}" destId="{F41836E3-1053-4863-9A4B-119601799F2E}" srcOrd="1" destOrd="0" parTransId="{EBA1D6C3-A359-47FF-94FF-EB678A325B67}" sibTransId="{2B5B8E43-7AA9-4B91-97CA-9B4C4CA7A661}"/>
    <dgm:cxn modelId="{57C9AB3D-1F99-4AFF-844C-2FF8C78EFD1D}" type="presOf" srcId="{F41836E3-1053-4863-9A4B-119601799F2E}" destId="{D630D8BE-1E17-4A6D-9CFD-061920699627}" srcOrd="0" destOrd="0" presId="urn:microsoft.com/office/officeart/2018/2/layout/IconVerticalSolidList"/>
    <dgm:cxn modelId="{5CEB1864-1147-4905-B7D3-867502742E1C}" srcId="{FD800FB8-9839-4389-8150-D8C0092F97C0}" destId="{F13A5256-F5CA-4A74-9380-BB717D721B0D}" srcOrd="0" destOrd="0" parTransId="{74D1C515-CF01-4122-954E-D524E97311C0}" sibTransId="{50058149-3980-456C-9F17-458863454C69}"/>
    <dgm:cxn modelId="{D0346D53-5D49-48C7-982A-02C89025612C}" type="presOf" srcId="{FD800FB8-9839-4389-8150-D8C0092F97C0}" destId="{A2BDFEE5-0D1B-4A31-AFBF-CAE7269B8493}" srcOrd="0" destOrd="0" presId="urn:microsoft.com/office/officeart/2018/2/layout/IconVerticalSolidList"/>
    <dgm:cxn modelId="{84E396A1-8AF9-469D-A8FD-FA8BFEC9B5CB}" type="presOf" srcId="{C6774479-7D2E-4D88-BDED-3E9B6C07DB2C}" destId="{D63D9285-1891-428C-98D4-F4B0353F145A}" srcOrd="0" destOrd="0" presId="urn:microsoft.com/office/officeart/2018/2/layout/IconVerticalSolidList"/>
    <dgm:cxn modelId="{CCCC01AE-0EF5-4A47-9FC7-34D1BCA8C301}" type="presOf" srcId="{F1E2C82A-F6C4-484E-A883-9444D74BD21E}" destId="{C1615960-CC3B-48D5-BA87-89A1CED1AAE4}" srcOrd="0" destOrd="0" presId="urn:microsoft.com/office/officeart/2018/2/layout/IconVerticalSolidList"/>
    <dgm:cxn modelId="{AF159ABD-0F27-4124-8394-DC4B642389C4}" srcId="{FD800FB8-9839-4389-8150-D8C0092F97C0}" destId="{F1E2C82A-F6C4-484E-A883-9444D74BD21E}" srcOrd="2" destOrd="0" parTransId="{68B49D46-1E89-40F6-982B-E4B89563BA90}" sibTransId="{E060F4E5-5680-4A62-B2EE-C1807FE4CCAB}"/>
    <dgm:cxn modelId="{70C9FADD-32E3-4BD1-87A0-F0723217B57B}" type="presOf" srcId="{F13A5256-F5CA-4A74-9380-BB717D721B0D}" destId="{B0A0DBDD-E098-41E7-B753-3B915C2A9C61}" srcOrd="0" destOrd="0" presId="urn:microsoft.com/office/officeart/2018/2/layout/IconVerticalSolidList"/>
    <dgm:cxn modelId="{154BD8E5-AAAD-405C-A98A-A43E73E74DD4}" srcId="{FD800FB8-9839-4389-8150-D8C0092F97C0}" destId="{9CD0F64D-5E6A-48A2-88DB-7CB2371E63C5}" srcOrd="4" destOrd="0" parTransId="{410B259C-A1EF-4FAB-9769-3DE28BBEEEBB}" sibTransId="{073B171F-EC2C-43A0-8DA1-96309412539C}"/>
    <dgm:cxn modelId="{BC7B7FE9-C93D-49AA-BEA6-6D1EDDE2E501}" srcId="{FD800FB8-9839-4389-8150-D8C0092F97C0}" destId="{C6774479-7D2E-4D88-BDED-3E9B6C07DB2C}" srcOrd="3" destOrd="0" parTransId="{6897D38D-0264-4AD0-8E1F-C7B8AA87DF23}" sibTransId="{40CD12D8-C3DA-4294-B9BE-783FE339F8D2}"/>
    <dgm:cxn modelId="{7C5B99F6-3ABB-4344-9271-9C4C761A8571}" type="presOf" srcId="{9CD0F64D-5E6A-48A2-88DB-7CB2371E63C5}" destId="{F82EB21C-F0D6-480C-A1F9-2DBC5A765A59}" srcOrd="0" destOrd="0" presId="urn:microsoft.com/office/officeart/2018/2/layout/IconVerticalSolidList"/>
    <dgm:cxn modelId="{C8C3705A-EACB-42F1-AA60-AEEC15B5708E}" type="presParOf" srcId="{A2BDFEE5-0D1B-4A31-AFBF-CAE7269B8493}" destId="{FD19E0A7-51DB-4064-BE13-65439D11BD94}" srcOrd="0" destOrd="0" presId="urn:microsoft.com/office/officeart/2018/2/layout/IconVerticalSolidList"/>
    <dgm:cxn modelId="{DB819633-E4F6-4CB4-ADAC-37838F8002E5}" type="presParOf" srcId="{FD19E0A7-51DB-4064-BE13-65439D11BD94}" destId="{F7CB2548-FA95-4C74-A5F4-4EEFC1A014B6}" srcOrd="0" destOrd="0" presId="urn:microsoft.com/office/officeart/2018/2/layout/IconVerticalSolidList"/>
    <dgm:cxn modelId="{F032CB8A-C210-492E-9FED-7C28BE5D914A}" type="presParOf" srcId="{FD19E0A7-51DB-4064-BE13-65439D11BD94}" destId="{87463A16-4B48-4A77-B640-62C75668E204}" srcOrd="1" destOrd="0" presId="urn:microsoft.com/office/officeart/2018/2/layout/IconVerticalSolidList"/>
    <dgm:cxn modelId="{2182BFE9-35BB-40AF-935F-17CDB737DD88}" type="presParOf" srcId="{FD19E0A7-51DB-4064-BE13-65439D11BD94}" destId="{5F8E78A6-8378-4285-AF4D-2C91E1B9F95B}" srcOrd="2" destOrd="0" presId="urn:microsoft.com/office/officeart/2018/2/layout/IconVerticalSolidList"/>
    <dgm:cxn modelId="{8DB1C3F7-41A6-4526-832D-3FF2C385AF34}" type="presParOf" srcId="{FD19E0A7-51DB-4064-BE13-65439D11BD94}" destId="{B0A0DBDD-E098-41E7-B753-3B915C2A9C61}" srcOrd="3" destOrd="0" presId="urn:microsoft.com/office/officeart/2018/2/layout/IconVerticalSolidList"/>
    <dgm:cxn modelId="{223CC1FB-091F-4B65-AAF4-882653983BF7}" type="presParOf" srcId="{A2BDFEE5-0D1B-4A31-AFBF-CAE7269B8493}" destId="{94D18C79-BAD2-49F9-8586-F92617B88B19}" srcOrd="1" destOrd="0" presId="urn:microsoft.com/office/officeart/2018/2/layout/IconVerticalSolidList"/>
    <dgm:cxn modelId="{2C74273D-4C82-44DD-AF27-3CBCFB4DA10B}" type="presParOf" srcId="{A2BDFEE5-0D1B-4A31-AFBF-CAE7269B8493}" destId="{F78CEBA3-1FC2-4B83-8F8E-3F9FDA2325A9}" srcOrd="2" destOrd="0" presId="urn:microsoft.com/office/officeart/2018/2/layout/IconVerticalSolidList"/>
    <dgm:cxn modelId="{21DD9C7F-F4A3-481F-927E-1269809470DA}" type="presParOf" srcId="{F78CEBA3-1FC2-4B83-8F8E-3F9FDA2325A9}" destId="{99EAF320-8390-4D07-8AA3-3702637678E1}" srcOrd="0" destOrd="0" presId="urn:microsoft.com/office/officeart/2018/2/layout/IconVerticalSolidList"/>
    <dgm:cxn modelId="{D9ABE5DC-8B66-4E5A-922F-B9D8718C56B1}" type="presParOf" srcId="{F78CEBA3-1FC2-4B83-8F8E-3F9FDA2325A9}" destId="{57F79908-0850-40D7-BAA1-30A9DD194300}" srcOrd="1" destOrd="0" presId="urn:microsoft.com/office/officeart/2018/2/layout/IconVerticalSolidList"/>
    <dgm:cxn modelId="{A4333B02-4136-4E3E-8965-4AE71E0420AE}" type="presParOf" srcId="{F78CEBA3-1FC2-4B83-8F8E-3F9FDA2325A9}" destId="{28B502EB-09CA-4F72-BF4E-92A57A141AFF}" srcOrd="2" destOrd="0" presId="urn:microsoft.com/office/officeart/2018/2/layout/IconVerticalSolidList"/>
    <dgm:cxn modelId="{679CF8C5-5C84-4C27-9458-25E9A68B5D0D}" type="presParOf" srcId="{F78CEBA3-1FC2-4B83-8F8E-3F9FDA2325A9}" destId="{D630D8BE-1E17-4A6D-9CFD-061920699627}" srcOrd="3" destOrd="0" presId="urn:microsoft.com/office/officeart/2018/2/layout/IconVerticalSolidList"/>
    <dgm:cxn modelId="{1819CEDD-CB5E-4BFC-9A9D-31781F625569}" type="presParOf" srcId="{A2BDFEE5-0D1B-4A31-AFBF-CAE7269B8493}" destId="{41697D0A-B442-4746-BA19-162FA626F828}" srcOrd="3" destOrd="0" presId="urn:microsoft.com/office/officeart/2018/2/layout/IconVerticalSolidList"/>
    <dgm:cxn modelId="{2F0DF87A-A107-40F4-BD8D-3759F4552BB6}" type="presParOf" srcId="{A2BDFEE5-0D1B-4A31-AFBF-CAE7269B8493}" destId="{0D0A1A8E-4398-4A4F-AB9D-AF2C02443530}" srcOrd="4" destOrd="0" presId="urn:microsoft.com/office/officeart/2018/2/layout/IconVerticalSolidList"/>
    <dgm:cxn modelId="{0B994199-2292-4A19-AE01-8DDE6A17A76E}" type="presParOf" srcId="{0D0A1A8E-4398-4A4F-AB9D-AF2C02443530}" destId="{0F39D49C-8117-414E-9D73-2057E36AA7F6}" srcOrd="0" destOrd="0" presId="urn:microsoft.com/office/officeart/2018/2/layout/IconVerticalSolidList"/>
    <dgm:cxn modelId="{8FD80AE4-5243-418A-B9AE-40FDD8ECA443}" type="presParOf" srcId="{0D0A1A8E-4398-4A4F-AB9D-AF2C02443530}" destId="{695A9E45-ADED-44CB-A5B9-32894317339B}" srcOrd="1" destOrd="0" presId="urn:microsoft.com/office/officeart/2018/2/layout/IconVerticalSolidList"/>
    <dgm:cxn modelId="{64968A5E-7F3D-4C83-B554-91F50509B9CB}" type="presParOf" srcId="{0D0A1A8E-4398-4A4F-AB9D-AF2C02443530}" destId="{451B4DAB-018C-4A47-9271-070FF0AA8C55}" srcOrd="2" destOrd="0" presId="urn:microsoft.com/office/officeart/2018/2/layout/IconVerticalSolidList"/>
    <dgm:cxn modelId="{E5DCC3F1-D821-481C-8572-2D2097548BBE}" type="presParOf" srcId="{0D0A1A8E-4398-4A4F-AB9D-AF2C02443530}" destId="{C1615960-CC3B-48D5-BA87-89A1CED1AAE4}" srcOrd="3" destOrd="0" presId="urn:microsoft.com/office/officeart/2018/2/layout/IconVerticalSolidList"/>
    <dgm:cxn modelId="{658D2430-7CED-454E-B391-6AAF891FE20E}" type="presParOf" srcId="{A2BDFEE5-0D1B-4A31-AFBF-CAE7269B8493}" destId="{D5415987-7A2B-4A32-8C87-D568885B04B7}" srcOrd="5" destOrd="0" presId="urn:microsoft.com/office/officeart/2018/2/layout/IconVerticalSolidList"/>
    <dgm:cxn modelId="{D85450D2-D04F-46D4-97C3-A3F5FC447039}" type="presParOf" srcId="{A2BDFEE5-0D1B-4A31-AFBF-CAE7269B8493}" destId="{C4E56CAE-5D7B-456E-BFC3-2E64089A019C}" srcOrd="6" destOrd="0" presId="urn:microsoft.com/office/officeart/2018/2/layout/IconVerticalSolidList"/>
    <dgm:cxn modelId="{D1B8B7E6-F80E-4A53-BFC6-5CB53B13AC3B}" type="presParOf" srcId="{C4E56CAE-5D7B-456E-BFC3-2E64089A019C}" destId="{B305C519-C322-42EA-B7D8-A70117891E7C}" srcOrd="0" destOrd="0" presId="urn:microsoft.com/office/officeart/2018/2/layout/IconVerticalSolidList"/>
    <dgm:cxn modelId="{BD9E7B51-25CC-484D-8EB2-7E8A8E851FA3}" type="presParOf" srcId="{C4E56CAE-5D7B-456E-BFC3-2E64089A019C}" destId="{CAB9D26D-D93B-4442-B75E-5EF36D7786A4}" srcOrd="1" destOrd="0" presId="urn:microsoft.com/office/officeart/2018/2/layout/IconVerticalSolidList"/>
    <dgm:cxn modelId="{FE6F3A6B-778F-4903-9C4A-27713A092F5B}" type="presParOf" srcId="{C4E56CAE-5D7B-456E-BFC3-2E64089A019C}" destId="{4693351E-64DC-43CA-9195-214495996B3D}" srcOrd="2" destOrd="0" presId="urn:microsoft.com/office/officeart/2018/2/layout/IconVerticalSolidList"/>
    <dgm:cxn modelId="{E908CFFD-6A89-40EB-B68D-93056E78AC0E}" type="presParOf" srcId="{C4E56CAE-5D7B-456E-BFC3-2E64089A019C}" destId="{D63D9285-1891-428C-98D4-F4B0353F145A}" srcOrd="3" destOrd="0" presId="urn:microsoft.com/office/officeart/2018/2/layout/IconVerticalSolidList"/>
    <dgm:cxn modelId="{EF9B60FC-E918-45D5-92B1-7EAB40EA27DF}" type="presParOf" srcId="{A2BDFEE5-0D1B-4A31-AFBF-CAE7269B8493}" destId="{958C3FC1-B250-463A-B0E9-F059DC27FFA4}" srcOrd="7" destOrd="0" presId="urn:microsoft.com/office/officeart/2018/2/layout/IconVerticalSolidList"/>
    <dgm:cxn modelId="{5AEB1D60-C695-4E16-B39A-48FDB8B9C329}" type="presParOf" srcId="{A2BDFEE5-0D1B-4A31-AFBF-CAE7269B8493}" destId="{27B405AE-C21A-4856-9E8D-316772754152}" srcOrd="8" destOrd="0" presId="urn:microsoft.com/office/officeart/2018/2/layout/IconVerticalSolidList"/>
    <dgm:cxn modelId="{E3D8066B-F9F3-4E69-A324-B1C214EE64B1}" type="presParOf" srcId="{27B405AE-C21A-4856-9E8D-316772754152}" destId="{415EA602-0BDC-4E4B-8234-90D99731E297}" srcOrd="0" destOrd="0" presId="urn:microsoft.com/office/officeart/2018/2/layout/IconVerticalSolidList"/>
    <dgm:cxn modelId="{DB1A08B1-A283-405A-8A48-D7FD1E4CFCA6}" type="presParOf" srcId="{27B405AE-C21A-4856-9E8D-316772754152}" destId="{600B9C48-7CD1-4BDF-A0D9-D4D72DD70C46}" srcOrd="1" destOrd="0" presId="urn:microsoft.com/office/officeart/2018/2/layout/IconVerticalSolidList"/>
    <dgm:cxn modelId="{7D3D9F09-5332-4FB8-8B06-2B46AEC56AFC}" type="presParOf" srcId="{27B405AE-C21A-4856-9E8D-316772754152}" destId="{A57C9791-BC71-49CD-BD93-458420254417}" srcOrd="2" destOrd="0" presId="urn:microsoft.com/office/officeart/2018/2/layout/IconVerticalSolidList"/>
    <dgm:cxn modelId="{1817793F-B147-430E-B15C-91D34EC23803}" type="presParOf" srcId="{27B405AE-C21A-4856-9E8D-316772754152}" destId="{F82EB21C-F0D6-480C-A1F9-2DBC5A765A59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BD7B80-B2D9-46EF-B19B-76D55420B9F2}">
      <dsp:nvSpPr>
        <dsp:cNvPr id="0" name=""/>
        <dsp:cNvSpPr/>
      </dsp:nvSpPr>
      <dsp:spPr>
        <a:xfrm>
          <a:off x="0" y="281"/>
          <a:ext cx="9677400" cy="659360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404381E-A9FA-494D-BBED-67B8E3A11B7D}">
      <dsp:nvSpPr>
        <dsp:cNvPr id="0" name=""/>
        <dsp:cNvSpPr/>
      </dsp:nvSpPr>
      <dsp:spPr>
        <a:xfrm>
          <a:off x="199456" y="148637"/>
          <a:ext cx="362648" cy="362648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6559A3-3258-421D-83C5-0C017C4C1D9E}">
      <dsp:nvSpPr>
        <dsp:cNvPr id="0" name=""/>
        <dsp:cNvSpPr/>
      </dsp:nvSpPr>
      <dsp:spPr>
        <a:xfrm>
          <a:off x="761560" y="281"/>
          <a:ext cx="8915839" cy="659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782" tIns="69782" rIns="69782" bIns="69782" numCol="1" spcCol="1270" anchor="ctr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It aligns with my interest in gaming </a:t>
          </a:r>
          <a:r>
            <a:rPr lang="en-US" sz="1700" kern="1200">
              <a:latin typeface="Times New Roman" panose="02020603050405020304" pitchFamily="18" charset="0"/>
              <a:cs typeface="Times New Roman" panose="02020603050405020304" pitchFamily="18" charset="0"/>
            </a:rPr>
            <a:t>and security.</a:t>
          </a:r>
          <a:endParaRPr lang="en-US" sz="17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61560" y="281"/>
        <a:ext cx="8915839" cy="659360"/>
      </dsp:txXfrm>
    </dsp:sp>
    <dsp:sp modelId="{A90FC32D-99FE-4A63-A33F-13306BCF8AE5}">
      <dsp:nvSpPr>
        <dsp:cNvPr id="0" name=""/>
        <dsp:cNvSpPr/>
      </dsp:nvSpPr>
      <dsp:spPr>
        <a:xfrm>
          <a:off x="0" y="824481"/>
          <a:ext cx="9677400" cy="659360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C6AB36D-E263-41A0-8439-705832F4DEB0}">
      <dsp:nvSpPr>
        <dsp:cNvPr id="0" name=""/>
        <dsp:cNvSpPr/>
      </dsp:nvSpPr>
      <dsp:spPr>
        <a:xfrm>
          <a:off x="199456" y="972837"/>
          <a:ext cx="362648" cy="362648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F292B3-12C5-4884-BCBD-79C07C74074D}">
      <dsp:nvSpPr>
        <dsp:cNvPr id="0" name=""/>
        <dsp:cNvSpPr/>
      </dsp:nvSpPr>
      <dsp:spPr>
        <a:xfrm>
          <a:off x="761560" y="824481"/>
          <a:ext cx="8915839" cy="659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782" tIns="69782" rIns="69782" bIns="69782" numCol="1" spcCol="1270" anchor="ctr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It addresses the need for game developers to combat cheats that bypass traditional security.</a:t>
          </a:r>
        </a:p>
      </dsp:txBody>
      <dsp:txXfrm>
        <a:off x="761560" y="824481"/>
        <a:ext cx="8915839" cy="659360"/>
      </dsp:txXfrm>
    </dsp:sp>
    <dsp:sp modelId="{64ED9830-6FCC-4820-8EB3-67B3DB6A2CD2}">
      <dsp:nvSpPr>
        <dsp:cNvPr id="0" name=""/>
        <dsp:cNvSpPr/>
      </dsp:nvSpPr>
      <dsp:spPr>
        <a:xfrm>
          <a:off x="0" y="1648682"/>
          <a:ext cx="9677400" cy="659360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0472841-2B3D-4068-BA0D-F67433D2454F}">
      <dsp:nvSpPr>
        <dsp:cNvPr id="0" name=""/>
        <dsp:cNvSpPr/>
      </dsp:nvSpPr>
      <dsp:spPr>
        <a:xfrm>
          <a:off x="199456" y="1797038"/>
          <a:ext cx="362648" cy="362648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764BF63-C2B6-409F-B926-3A463EF3396A}">
      <dsp:nvSpPr>
        <dsp:cNvPr id="0" name=""/>
        <dsp:cNvSpPr/>
      </dsp:nvSpPr>
      <dsp:spPr>
        <a:xfrm>
          <a:off x="761560" y="1648682"/>
          <a:ext cx="8915839" cy="659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782" tIns="69782" rIns="69782" bIns="69782" numCol="1" spcCol="1270" anchor="ctr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With the available datasets, it offers a path to apply advanced Deep Learning to a complex problem.</a:t>
          </a:r>
        </a:p>
      </dsp:txBody>
      <dsp:txXfrm>
        <a:off x="761560" y="1648682"/>
        <a:ext cx="8915839" cy="65936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852AAC-67BC-47AC-A764-D5FE0BF3E4E1}">
      <dsp:nvSpPr>
        <dsp:cNvPr id="0" name=""/>
        <dsp:cNvSpPr/>
      </dsp:nvSpPr>
      <dsp:spPr>
        <a:xfrm>
          <a:off x="0" y="311"/>
          <a:ext cx="9677400" cy="729691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9841CBD-6ABA-42A8-BEAC-65BFE473DA3D}">
      <dsp:nvSpPr>
        <dsp:cNvPr id="0" name=""/>
        <dsp:cNvSpPr/>
      </dsp:nvSpPr>
      <dsp:spPr>
        <a:xfrm>
          <a:off x="220731" y="164492"/>
          <a:ext cx="401330" cy="40133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536FA8-155E-47FD-A802-5D22300440F7}">
      <dsp:nvSpPr>
        <dsp:cNvPr id="0" name=""/>
        <dsp:cNvSpPr/>
      </dsp:nvSpPr>
      <dsp:spPr>
        <a:xfrm>
          <a:off x="842794" y="311"/>
          <a:ext cx="8834605" cy="729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7226" tIns="77226" rIns="77226" bIns="77226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Traditional anti-cheat is losing ground to hackers using AI and external hardware that bypasses memory scans, leaving human review teams unable to keep up.</a:t>
          </a:r>
        </a:p>
      </dsp:txBody>
      <dsp:txXfrm>
        <a:off x="842794" y="311"/>
        <a:ext cx="8834605" cy="729691"/>
      </dsp:txXfrm>
    </dsp:sp>
    <dsp:sp modelId="{383B4A83-54C8-44FB-A48A-61BB5A6BFBB5}">
      <dsp:nvSpPr>
        <dsp:cNvPr id="0" name=""/>
        <dsp:cNvSpPr/>
      </dsp:nvSpPr>
      <dsp:spPr>
        <a:xfrm>
          <a:off x="0" y="912426"/>
          <a:ext cx="9677400" cy="729691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F82C8BE-B7FF-485F-B26E-B2F030EB8079}">
      <dsp:nvSpPr>
        <dsp:cNvPr id="0" name=""/>
        <dsp:cNvSpPr/>
      </dsp:nvSpPr>
      <dsp:spPr>
        <a:xfrm>
          <a:off x="220731" y="1076607"/>
          <a:ext cx="401330" cy="40133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C5D99D-5504-4F0B-A47C-DCF149065D6C}">
      <dsp:nvSpPr>
        <dsp:cNvPr id="0" name=""/>
        <dsp:cNvSpPr/>
      </dsp:nvSpPr>
      <dsp:spPr>
        <a:xfrm>
          <a:off x="842794" y="912426"/>
          <a:ext cx="8834605" cy="729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7226" tIns="77226" rIns="77226" bIns="77226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system will detect inhuman outcomes rather than software signatures by establishing mathematical thresholds for human reaction and movement.</a:t>
          </a:r>
        </a:p>
      </dsp:txBody>
      <dsp:txXfrm>
        <a:off x="842794" y="912426"/>
        <a:ext cx="8834605" cy="729691"/>
      </dsp:txXfrm>
    </dsp:sp>
    <dsp:sp modelId="{A76B5BAC-F7CA-4B8B-9D1E-0091A07354EB}">
      <dsp:nvSpPr>
        <dsp:cNvPr id="0" name=""/>
        <dsp:cNvSpPr/>
      </dsp:nvSpPr>
      <dsp:spPr>
        <a:xfrm>
          <a:off x="0" y="1824541"/>
          <a:ext cx="9677400" cy="729691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E61D39D-53AC-40FF-AED5-033ADC0B7E81}">
      <dsp:nvSpPr>
        <dsp:cNvPr id="0" name=""/>
        <dsp:cNvSpPr/>
      </dsp:nvSpPr>
      <dsp:spPr>
        <a:xfrm>
          <a:off x="220731" y="1988722"/>
          <a:ext cx="401330" cy="40133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C52D96C-16A0-468E-A1CB-86103ED4980C}">
      <dsp:nvSpPr>
        <dsp:cNvPr id="0" name=""/>
        <dsp:cNvSpPr/>
      </dsp:nvSpPr>
      <dsp:spPr>
        <a:xfrm>
          <a:off x="842794" y="1824541"/>
          <a:ext cx="8834605" cy="72969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7226" tIns="77226" rIns="77226" bIns="77226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This model provides oversight by analyzing raw data in real-time, allowing for instant mid-match enforcement that exceeds the capacity of manual moderation.</a:t>
          </a:r>
        </a:p>
      </dsp:txBody>
      <dsp:txXfrm>
        <a:off x="842794" y="1824541"/>
        <a:ext cx="8834605" cy="72969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D2C7C33-A65A-45B6-9CFB-24877447E1CA}">
      <dsp:nvSpPr>
        <dsp:cNvPr id="0" name=""/>
        <dsp:cNvSpPr/>
      </dsp:nvSpPr>
      <dsp:spPr>
        <a:xfrm>
          <a:off x="0" y="955887"/>
          <a:ext cx="3126566" cy="198536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06D427-3CEA-4661-AF05-A53F288E954E}">
      <dsp:nvSpPr>
        <dsp:cNvPr id="0" name=""/>
        <dsp:cNvSpPr/>
      </dsp:nvSpPr>
      <dsp:spPr>
        <a:xfrm>
          <a:off x="347396" y="1285913"/>
          <a:ext cx="3126566" cy="198536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Problem: </a:t>
          </a:r>
        </a:p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Old anti-cheat methods can't keep up with modern cheating services that use AI and special hardware to stay hidden from standard scanners and system drivers.</a:t>
          </a:r>
        </a:p>
      </dsp:txBody>
      <dsp:txXfrm>
        <a:off x="405545" y="1344062"/>
        <a:ext cx="3010268" cy="1869071"/>
      </dsp:txXfrm>
    </dsp:sp>
    <dsp:sp modelId="{D5052630-0FCB-4D69-ACDC-46E1D9F9819F}">
      <dsp:nvSpPr>
        <dsp:cNvPr id="0" name=""/>
        <dsp:cNvSpPr/>
      </dsp:nvSpPr>
      <dsp:spPr>
        <a:xfrm>
          <a:off x="3821359" y="955887"/>
          <a:ext cx="3126566" cy="198536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18635F-AE0B-4C85-A624-EC065BA89FA4}">
      <dsp:nvSpPr>
        <dsp:cNvPr id="0" name=""/>
        <dsp:cNvSpPr/>
      </dsp:nvSpPr>
      <dsp:spPr>
        <a:xfrm>
          <a:off x="4168755" y="1285913"/>
          <a:ext cx="3126566" cy="198536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Existing Industry Solutions: 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Companies currently use deep system scans and hardware tracking to block access; while using clever in-game tricks to disable cheaters' abilities mid-match so they can study their behavior.</a:t>
          </a:r>
        </a:p>
      </dsp:txBody>
      <dsp:txXfrm>
        <a:off x="4226904" y="1344062"/>
        <a:ext cx="3010268" cy="1869071"/>
      </dsp:txXfrm>
    </dsp:sp>
    <dsp:sp modelId="{CA607278-5F4F-4E29-ADCC-ABD5895106EF}">
      <dsp:nvSpPr>
        <dsp:cNvPr id="0" name=""/>
        <dsp:cNvSpPr/>
      </dsp:nvSpPr>
      <dsp:spPr>
        <a:xfrm>
          <a:off x="7642718" y="955887"/>
          <a:ext cx="3126566" cy="198536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FCF5E5-96BA-4245-9BBF-23921FC10149}">
      <dsp:nvSpPr>
        <dsp:cNvPr id="0" name=""/>
        <dsp:cNvSpPr/>
      </dsp:nvSpPr>
      <dsp:spPr>
        <a:xfrm>
          <a:off x="7990115" y="1285913"/>
          <a:ext cx="3126566" cy="198536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SOTA Research: 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New research uses fast AI to track movement patterns and instantly spot robotic aiming, catching cheaters in less than 50 milliseconds.</a:t>
          </a:r>
        </a:p>
      </dsp:txBody>
      <dsp:txXfrm>
        <a:off x="8048264" y="1344062"/>
        <a:ext cx="3010268" cy="1869071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B248213-A1C1-4F46-B833-337A93A3BB3B}">
      <dsp:nvSpPr>
        <dsp:cNvPr id="0" name=""/>
        <dsp:cNvSpPr/>
      </dsp:nvSpPr>
      <dsp:spPr>
        <a:xfrm>
          <a:off x="79473" y="13193"/>
          <a:ext cx="1267340" cy="12673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01306BA-8113-4C4A-A779-A6F84DFBB44E}">
      <dsp:nvSpPr>
        <dsp:cNvPr id="0" name=""/>
        <dsp:cNvSpPr/>
      </dsp:nvSpPr>
      <dsp:spPr>
        <a:xfrm>
          <a:off x="345614" y="279335"/>
          <a:ext cx="735057" cy="735057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79A0F0-7F84-4DFC-9D92-450BAD9BBD50}">
      <dsp:nvSpPr>
        <dsp:cNvPr id="0" name=""/>
        <dsp:cNvSpPr/>
      </dsp:nvSpPr>
      <dsp:spPr>
        <a:xfrm>
          <a:off x="1618387" y="13193"/>
          <a:ext cx="2987303" cy="1267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Behavioral Biometrics: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By monitoring real-world limits like tiredness and reaction time, the system can spot the natural way humans move, which robotic scripts are too perfect to copy.</a:t>
          </a:r>
        </a:p>
      </dsp:txBody>
      <dsp:txXfrm>
        <a:off x="1618387" y="13193"/>
        <a:ext cx="2987303" cy="1267340"/>
      </dsp:txXfrm>
    </dsp:sp>
    <dsp:sp modelId="{24333D3E-06F5-4069-90EB-8FABC6B81111}">
      <dsp:nvSpPr>
        <dsp:cNvPr id="0" name=""/>
        <dsp:cNvSpPr/>
      </dsp:nvSpPr>
      <dsp:spPr>
        <a:xfrm>
          <a:off x="5126206" y="13193"/>
          <a:ext cx="1267340" cy="12673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29BE8F9-4C2A-4EFA-A629-E282EBB2FC24}">
      <dsp:nvSpPr>
        <dsp:cNvPr id="0" name=""/>
        <dsp:cNvSpPr/>
      </dsp:nvSpPr>
      <dsp:spPr>
        <a:xfrm>
          <a:off x="5392347" y="279335"/>
          <a:ext cx="735057" cy="735057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29C11C-3487-4BFC-970D-FEF7766873AB}">
      <dsp:nvSpPr>
        <dsp:cNvPr id="0" name=""/>
        <dsp:cNvSpPr/>
      </dsp:nvSpPr>
      <dsp:spPr>
        <a:xfrm>
          <a:off x="6665120" y="13193"/>
          <a:ext cx="2987303" cy="1267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Precision Feature Engineering: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system flags robotic speed and reactions faster, making it easy to tell the difference between a perfect computer script and a real person's physical limits.</a:t>
          </a:r>
        </a:p>
      </dsp:txBody>
      <dsp:txXfrm>
        <a:off x="6665120" y="13193"/>
        <a:ext cx="2987303" cy="1267340"/>
      </dsp:txXfrm>
    </dsp:sp>
    <dsp:sp modelId="{DF9C316E-C617-4AFD-92F9-A62679EB39C9}">
      <dsp:nvSpPr>
        <dsp:cNvPr id="0" name=""/>
        <dsp:cNvSpPr/>
      </dsp:nvSpPr>
      <dsp:spPr>
        <a:xfrm>
          <a:off x="79473" y="1805091"/>
          <a:ext cx="1267340" cy="12673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C6FC146-D2C5-4F8E-B177-F4EE23B600DC}">
      <dsp:nvSpPr>
        <dsp:cNvPr id="0" name=""/>
        <dsp:cNvSpPr/>
      </dsp:nvSpPr>
      <dsp:spPr>
        <a:xfrm>
          <a:off x="345614" y="2071232"/>
          <a:ext cx="735057" cy="735057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A9486A-D826-407A-B6C6-3CB3CB425B17}">
      <dsp:nvSpPr>
        <dsp:cNvPr id="0" name=""/>
        <dsp:cNvSpPr/>
      </dsp:nvSpPr>
      <dsp:spPr>
        <a:xfrm>
          <a:off x="1618387" y="1805091"/>
          <a:ext cx="2987303" cy="1267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Optimized Model Selection: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system uses a mix of smart AI models to look at movement over time, allowing it to spot subtle, lock-on patterns that basic scanners usually miss.</a:t>
          </a:r>
        </a:p>
      </dsp:txBody>
      <dsp:txXfrm>
        <a:off x="1618387" y="1805091"/>
        <a:ext cx="2987303" cy="1267340"/>
      </dsp:txXfrm>
    </dsp:sp>
    <dsp:sp modelId="{D9C32E9B-533A-4D67-ADE0-49781E699924}">
      <dsp:nvSpPr>
        <dsp:cNvPr id="0" name=""/>
        <dsp:cNvSpPr/>
      </dsp:nvSpPr>
      <dsp:spPr>
        <a:xfrm>
          <a:off x="5126206" y="1805091"/>
          <a:ext cx="1267340" cy="12673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BA2C991-54FF-4592-879F-0C7A67362C7D}">
      <dsp:nvSpPr>
        <dsp:cNvPr id="0" name=""/>
        <dsp:cNvSpPr/>
      </dsp:nvSpPr>
      <dsp:spPr>
        <a:xfrm>
          <a:off x="5392347" y="2071232"/>
          <a:ext cx="735057" cy="735057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10E1DE-823F-4C6D-8D5E-7441053BC601}">
      <dsp:nvSpPr>
        <dsp:cNvPr id="0" name=""/>
        <dsp:cNvSpPr/>
      </dsp:nvSpPr>
      <dsp:spPr>
        <a:xfrm>
          <a:off x="6665120" y="1805091"/>
          <a:ext cx="2987303" cy="1267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Reducing False Positives: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system is trained on data from top-tier professional players to ensure incredible skill isn't mistaken for cheating, keeping the results accurate for everyone.</a:t>
          </a:r>
        </a:p>
      </dsp:txBody>
      <dsp:txXfrm>
        <a:off x="6665120" y="1805091"/>
        <a:ext cx="2987303" cy="1267340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2161FFD-8FBB-4584-9963-1FCDD25E7D3E}">
      <dsp:nvSpPr>
        <dsp:cNvPr id="0" name=""/>
        <dsp:cNvSpPr/>
      </dsp:nvSpPr>
      <dsp:spPr>
        <a:xfrm>
          <a:off x="84130" y="1271703"/>
          <a:ext cx="987540" cy="9875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CE24AD1-6E5E-45AC-A144-F92EF890A4E2}">
      <dsp:nvSpPr>
        <dsp:cNvPr id="0" name=""/>
        <dsp:cNvSpPr/>
      </dsp:nvSpPr>
      <dsp:spPr>
        <a:xfrm>
          <a:off x="291514" y="1479086"/>
          <a:ext cx="572773" cy="57277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096D0A6-D6A7-4016-B934-A9D3D29FD263}">
      <dsp:nvSpPr>
        <dsp:cNvPr id="0" name=""/>
        <dsp:cNvSpPr/>
      </dsp:nvSpPr>
      <dsp:spPr>
        <a:xfrm>
          <a:off x="1283286" y="1271703"/>
          <a:ext cx="2327773" cy="987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Robustness: 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Behavioral patterns are far more difficult to spoof than software files.</a:t>
          </a:r>
        </a:p>
      </dsp:txBody>
      <dsp:txXfrm>
        <a:off x="1283286" y="1271703"/>
        <a:ext cx="2327773" cy="987540"/>
      </dsp:txXfrm>
    </dsp:sp>
    <dsp:sp modelId="{C7ED2C4E-A95A-47EA-B534-AE3546D590CB}">
      <dsp:nvSpPr>
        <dsp:cNvPr id="0" name=""/>
        <dsp:cNvSpPr/>
      </dsp:nvSpPr>
      <dsp:spPr>
        <a:xfrm>
          <a:off x="4016656" y="1271703"/>
          <a:ext cx="987540" cy="9875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AAF136E-1051-4F4B-81B2-8804853AE31F}">
      <dsp:nvSpPr>
        <dsp:cNvPr id="0" name=""/>
        <dsp:cNvSpPr/>
      </dsp:nvSpPr>
      <dsp:spPr>
        <a:xfrm>
          <a:off x="4224039" y="1479086"/>
          <a:ext cx="572773" cy="57277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F5A2FE-CB00-47B6-9FC4-903358C87776}">
      <dsp:nvSpPr>
        <dsp:cNvPr id="0" name=""/>
        <dsp:cNvSpPr/>
      </dsp:nvSpPr>
      <dsp:spPr>
        <a:xfrm>
          <a:off x="5215812" y="1271703"/>
          <a:ext cx="2327773" cy="987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Accuracy: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Temporal modeling captures the robotic sequence of movement over time rather than in isolation.</a:t>
          </a:r>
        </a:p>
      </dsp:txBody>
      <dsp:txXfrm>
        <a:off x="5215812" y="1271703"/>
        <a:ext cx="2327773" cy="987540"/>
      </dsp:txXfrm>
    </dsp:sp>
    <dsp:sp modelId="{B54356BE-AD34-48A0-90A2-B44CA490D279}">
      <dsp:nvSpPr>
        <dsp:cNvPr id="0" name=""/>
        <dsp:cNvSpPr/>
      </dsp:nvSpPr>
      <dsp:spPr>
        <a:xfrm>
          <a:off x="84130" y="3184716"/>
          <a:ext cx="987540" cy="9875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A2E6D84-29EE-4399-A353-91BD3FA81FE2}">
      <dsp:nvSpPr>
        <dsp:cNvPr id="0" name=""/>
        <dsp:cNvSpPr/>
      </dsp:nvSpPr>
      <dsp:spPr>
        <a:xfrm>
          <a:off x="291514" y="3392100"/>
          <a:ext cx="572773" cy="57277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1C70A9-ACFD-4F2D-BD63-EBF28CB3F5EC}">
      <dsp:nvSpPr>
        <dsp:cNvPr id="0" name=""/>
        <dsp:cNvSpPr/>
      </dsp:nvSpPr>
      <dsp:spPr>
        <a:xfrm>
          <a:off x="1283286" y="3184716"/>
          <a:ext cx="2327773" cy="987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Scalability: </a:t>
          </a:r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Once trained, the model can analyze thousands of matches per second.</a:t>
          </a:r>
        </a:p>
      </dsp:txBody>
      <dsp:txXfrm>
        <a:off x="1283286" y="3184716"/>
        <a:ext cx="2327773" cy="987540"/>
      </dsp:txXfrm>
    </dsp:sp>
    <dsp:sp modelId="{975C0E61-9EEE-4950-AA19-7641AB829E25}">
      <dsp:nvSpPr>
        <dsp:cNvPr id="0" name=""/>
        <dsp:cNvSpPr/>
      </dsp:nvSpPr>
      <dsp:spPr>
        <a:xfrm>
          <a:off x="4016656" y="3184716"/>
          <a:ext cx="987540" cy="987540"/>
        </a:xfrm>
        <a:prstGeom prst="ellipse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022B8AE-1271-4B8F-905F-6404BA676EEA}">
      <dsp:nvSpPr>
        <dsp:cNvPr id="0" name=""/>
        <dsp:cNvSpPr/>
      </dsp:nvSpPr>
      <dsp:spPr>
        <a:xfrm>
          <a:off x="4224039" y="3392100"/>
          <a:ext cx="572773" cy="57277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C0A8F83-CE0A-4282-A16F-8114BAD85262}">
      <dsp:nvSpPr>
        <dsp:cNvPr id="0" name=""/>
        <dsp:cNvSpPr/>
      </dsp:nvSpPr>
      <dsp:spPr>
        <a:xfrm>
          <a:off x="5215812" y="3184716"/>
          <a:ext cx="2327773" cy="987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Future-Proof: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As new cheats emerge, the system can be retrained on new behavioral data without needing the original source code of the cheat.</a:t>
          </a:r>
        </a:p>
      </dsp:txBody>
      <dsp:txXfrm>
        <a:off x="5215812" y="3184716"/>
        <a:ext cx="2327773" cy="987540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E9612BD-F9B6-4698-9393-3764EC28FA10}">
      <dsp:nvSpPr>
        <dsp:cNvPr id="0" name=""/>
        <dsp:cNvSpPr/>
      </dsp:nvSpPr>
      <dsp:spPr>
        <a:xfrm>
          <a:off x="7124" y="802267"/>
          <a:ext cx="3119500" cy="208280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2683987-3C5F-4A49-9683-2EBA399895EE}">
      <dsp:nvSpPr>
        <dsp:cNvPr id="0" name=""/>
        <dsp:cNvSpPr/>
      </dsp:nvSpPr>
      <dsp:spPr>
        <a:xfrm>
          <a:off x="296654" y="1077321"/>
          <a:ext cx="3119500" cy="208280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Technical &amp; Operational Challenges: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Standard scanners struggle to find hidden cheats, find it hard to tell the difference between a pro player and a robot, and can't work fast enough to stop cheaters before they ruin a match.</a:t>
          </a:r>
        </a:p>
      </dsp:txBody>
      <dsp:txXfrm>
        <a:off x="357657" y="1138324"/>
        <a:ext cx="2997494" cy="1960803"/>
      </dsp:txXfrm>
    </dsp:sp>
    <dsp:sp modelId="{CEE36152-842C-4CFF-A17C-D3E1EA0481DC}">
      <dsp:nvSpPr>
        <dsp:cNvPr id="0" name=""/>
        <dsp:cNvSpPr/>
      </dsp:nvSpPr>
      <dsp:spPr>
        <a:xfrm>
          <a:off x="3705684" y="802267"/>
          <a:ext cx="3119500" cy="208280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42ECDC-EAE2-4709-BB24-D9E630FE8054}">
      <dsp:nvSpPr>
        <dsp:cNvPr id="0" name=""/>
        <dsp:cNvSpPr/>
      </dsp:nvSpPr>
      <dsp:spPr>
        <a:xfrm>
          <a:off x="3995215" y="1077321"/>
          <a:ext cx="3119500" cy="208280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How These Were Addressed: 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solved these problems by focusing on player actions, using AI to spot movements and reaction speeds that are physically impossible for a human.</a:t>
          </a:r>
        </a:p>
      </dsp:txBody>
      <dsp:txXfrm>
        <a:off x="4056218" y="1138324"/>
        <a:ext cx="2997494" cy="1960803"/>
      </dsp:txXfrm>
    </dsp:sp>
    <dsp:sp modelId="{849AC369-EFC5-4657-A5B4-D36D7DE893A2}">
      <dsp:nvSpPr>
        <dsp:cNvPr id="0" name=""/>
        <dsp:cNvSpPr/>
      </dsp:nvSpPr>
      <dsp:spPr>
        <a:xfrm>
          <a:off x="7404245" y="802267"/>
          <a:ext cx="3119500" cy="208280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0B2741-9D4E-43F3-BE34-1BB85E84D7D1}">
      <dsp:nvSpPr>
        <dsp:cNvPr id="0" name=""/>
        <dsp:cNvSpPr/>
      </dsp:nvSpPr>
      <dsp:spPr>
        <a:xfrm>
          <a:off x="7693775" y="1077321"/>
          <a:ext cx="3119500" cy="208280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Key Improvements: 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Instead of banning cheaters later, the system now stops them mid-match using automation that monitors everything accurately without needing a human to check it.</a:t>
          </a:r>
        </a:p>
      </dsp:txBody>
      <dsp:txXfrm>
        <a:off x="7754778" y="1138324"/>
        <a:ext cx="2997494" cy="1960803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48D40CB-86BB-4F1C-B17A-B31EF492068B}">
      <dsp:nvSpPr>
        <dsp:cNvPr id="0" name=""/>
        <dsp:cNvSpPr/>
      </dsp:nvSpPr>
      <dsp:spPr>
        <a:xfrm>
          <a:off x="0" y="383"/>
          <a:ext cx="10515597" cy="89787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6568DAF-2D6F-465B-B306-DFD0BDBE5754}">
      <dsp:nvSpPr>
        <dsp:cNvPr id="0" name=""/>
        <dsp:cNvSpPr/>
      </dsp:nvSpPr>
      <dsp:spPr>
        <a:xfrm>
          <a:off x="271608" y="202406"/>
          <a:ext cx="493833" cy="49383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2BCB332-23A6-4E17-96AF-C092212D7DDD}">
      <dsp:nvSpPr>
        <dsp:cNvPr id="0" name=""/>
        <dsp:cNvSpPr/>
      </dsp:nvSpPr>
      <dsp:spPr>
        <a:xfrm>
          <a:off x="1037050" y="383"/>
          <a:ext cx="9478547" cy="8978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026" tIns="95026" rIns="95026" bIns="95026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Key Areas for Improvement: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Future updates will analyze tiny muscle tremors and use AI vs. AI training to predict new cheats, creating the total picture of player behavior to stay one step ahead.</a:t>
          </a:r>
        </a:p>
      </dsp:txBody>
      <dsp:txXfrm>
        <a:off x="1037050" y="383"/>
        <a:ext cx="9478547" cy="897879"/>
      </dsp:txXfrm>
    </dsp:sp>
    <dsp:sp modelId="{E5AFBC46-A554-4FC9-8F14-E38BE3EF8604}">
      <dsp:nvSpPr>
        <dsp:cNvPr id="0" name=""/>
        <dsp:cNvSpPr/>
      </dsp:nvSpPr>
      <dsp:spPr>
        <a:xfrm>
          <a:off x="0" y="1122732"/>
          <a:ext cx="10515597" cy="89787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5690BFC-23B9-47E8-B490-90F6D006DECC}">
      <dsp:nvSpPr>
        <dsp:cNvPr id="0" name=""/>
        <dsp:cNvSpPr/>
      </dsp:nvSpPr>
      <dsp:spPr>
        <a:xfrm>
          <a:off x="271608" y="1324755"/>
          <a:ext cx="493833" cy="49383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599404-E2BC-43D9-B030-321E54FFD613}">
      <dsp:nvSpPr>
        <dsp:cNvPr id="0" name=""/>
        <dsp:cNvSpPr/>
      </dsp:nvSpPr>
      <dsp:spPr>
        <a:xfrm>
          <a:off x="1037050" y="1122732"/>
          <a:ext cx="9478547" cy="8978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026" tIns="95026" rIns="95026" bIns="95026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Lessons Learned: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demonstrated that while code can be hidden, physical limits provide a permanent biometric that allows autonomous moderation to bridge the scalability gap where manual human review fails.</a:t>
          </a:r>
        </a:p>
      </dsp:txBody>
      <dsp:txXfrm>
        <a:off x="1037050" y="1122732"/>
        <a:ext cx="9478547" cy="897879"/>
      </dsp:txXfrm>
    </dsp:sp>
    <dsp:sp modelId="{F25B1328-CDC5-40F9-8E29-245350AB51BC}">
      <dsp:nvSpPr>
        <dsp:cNvPr id="0" name=""/>
        <dsp:cNvSpPr/>
      </dsp:nvSpPr>
      <dsp:spPr>
        <a:xfrm>
          <a:off x="0" y="2245081"/>
          <a:ext cx="10515597" cy="89787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B8A06A6-D28F-4510-96C9-FE8BE87D69DA}">
      <dsp:nvSpPr>
        <dsp:cNvPr id="0" name=""/>
        <dsp:cNvSpPr/>
      </dsp:nvSpPr>
      <dsp:spPr>
        <a:xfrm>
          <a:off x="271608" y="2447104"/>
          <a:ext cx="493833" cy="493833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F3243A-4EE8-49CA-81B3-288D6156CAE3}">
      <dsp:nvSpPr>
        <dsp:cNvPr id="0" name=""/>
        <dsp:cNvSpPr/>
      </dsp:nvSpPr>
      <dsp:spPr>
        <a:xfrm>
          <a:off x="1037050" y="2245081"/>
          <a:ext cx="9478547" cy="8978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026" tIns="95026" rIns="95026" bIns="95026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Future Solutions: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Future systems will use risk scores to compare a player's actions to their past behavior, while ensuring every automated ban is backed by clear, easy-to-understand evidence.</a:t>
          </a:r>
        </a:p>
      </dsp:txBody>
      <dsp:txXfrm>
        <a:off x="1037050" y="2245081"/>
        <a:ext cx="9478547" cy="897879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C86F244-A2E5-47DB-80D6-E0CFBB8AFAF7}">
      <dsp:nvSpPr>
        <dsp:cNvPr id="0" name=""/>
        <dsp:cNvSpPr/>
      </dsp:nvSpPr>
      <dsp:spPr>
        <a:xfrm>
          <a:off x="0" y="1120411"/>
          <a:ext cx="2927119" cy="1858720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335B61-0F4C-4E80-8631-779CC2DB7E61}">
      <dsp:nvSpPr>
        <dsp:cNvPr id="0" name=""/>
        <dsp:cNvSpPr/>
      </dsp:nvSpPr>
      <dsp:spPr>
        <a:xfrm>
          <a:off x="325235" y="1429384"/>
          <a:ext cx="2927119" cy="1858720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tackles the growing cheating problem by moving from older file scanning to cutting-edge tech that spots suspicious player behavior.</a:t>
          </a:r>
        </a:p>
      </dsp:txBody>
      <dsp:txXfrm>
        <a:off x="379675" y="1483824"/>
        <a:ext cx="2818239" cy="1749840"/>
      </dsp:txXfrm>
    </dsp:sp>
    <dsp:sp modelId="{B9F44EDE-FAEA-4CE0-9483-A07B754B7F7E}">
      <dsp:nvSpPr>
        <dsp:cNvPr id="0" name=""/>
        <dsp:cNvSpPr/>
      </dsp:nvSpPr>
      <dsp:spPr>
        <a:xfrm>
          <a:off x="3577590" y="1120411"/>
          <a:ext cx="2927119" cy="1858720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20DC89-B1C0-4FEE-A3F3-85FE703A4875}">
      <dsp:nvSpPr>
        <dsp:cNvPr id="0" name=""/>
        <dsp:cNvSpPr/>
      </dsp:nvSpPr>
      <dsp:spPr>
        <a:xfrm>
          <a:off x="3902825" y="1429384"/>
          <a:ext cx="2927119" cy="1858720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system focuses on the physical results of a player's actions. </a:t>
          </a:r>
        </a:p>
      </dsp:txBody>
      <dsp:txXfrm>
        <a:off x="3957265" y="1483824"/>
        <a:ext cx="2818239" cy="1749840"/>
      </dsp:txXfrm>
    </dsp:sp>
    <dsp:sp modelId="{58158213-8052-471B-98C5-13149BA29192}">
      <dsp:nvSpPr>
        <dsp:cNvPr id="0" name=""/>
        <dsp:cNvSpPr/>
      </dsp:nvSpPr>
      <dsp:spPr>
        <a:xfrm>
          <a:off x="7155180" y="1120411"/>
          <a:ext cx="2927119" cy="1858720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58CB30-7758-470E-8B60-FE5E7867C3DE}">
      <dsp:nvSpPr>
        <dsp:cNvPr id="0" name=""/>
        <dsp:cNvSpPr/>
      </dsp:nvSpPr>
      <dsp:spPr>
        <a:xfrm>
          <a:off x="7480415" y="1429384"/>
          <a:ext cx="2927119" cy="1858720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project stops using intrusive spyware by mathematically defining exactly what is and isn’t physically possible for a human to do.</a:t>
          </a:r>
        </a:p>
      </dsp:txBody>
      <dsp:txXfrm>
        <a:off x="7534855" y="1483824"/>
        <a:ext cx="2818239" cy="1749840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7CB2548-FA95-4C74-A5F4-4EEFC1A014B6}">
      <dsp:nvSpPr>
        <dsp:cNvPr id="0" name=""/>
        <dsp:cNvSpPr/>
      </dsp:nvSpPr>
      <dsp:spPr>
        <a:xfrm>
          <a:off x="0" y="7083"/>
          <a:ext cx="7194883" cy="70710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7463A16-4B48-4A77-B640-62C75668E204}">
      <dsp:nvSpPr>
        <dsp:cNvPr id="0" name=""/>
        <dsp:cNvSpPr/>
      </dsp:nvSpPr>
      <dsp:spPr>
        <a:xfrm>
          <a:off x="213900" y="166182"/>
          <a:ext cx="389290" cy="38891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A0DBDD-E098-41E7-B753-3B915C2A9C61}">
      <dsp:nvSpPr>
        <dsp:cNvPr id="0" name=""/>
        <dsp:cNvSpPr/>
      </dsp:nvSpPr>
      <dsp:spPr>
        <a:xfrm>
          <a:off x="817091" y="7083"/>
          <a:ext cx="6255720" cy="92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222" tIns="98222" rIns="98222" bIns="98222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Biological Fingerprinting: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system monitors physical limits and natural hand tremors to tell the difference between human "noise" and perfectly robotic movements.</a:t>
          </a:r>
        </a:p>
      </dsp:txBody>
      <dsp:txXfrm>
        <a:off x="817091" y="7083"/>
        <a:ext cx="6255720" cy="928080"/>
      </dsp:txXfrm>
    </dsp:sp>
    <dsp:sp modelId="{99EAF320-8390-4D07-8AA3-3702637678E1}">
      <dsp:nvSpPr>
        <dsp:cNvPr id="0" name=""/>
        <dsp:cNvSpPr/>
      </dsp:nvSpPr>
      <dsp:spPr>
        <a:xfrm>
          <a:off x="0" y="1167184"/>
          <a:ext cx="7194883" cy="70710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7F79908-0850-40D7-BAA1-30A9DD194300}">
      <dsp:nvSpPr>
        <dsp:cNvPr id="0" name=""/>
        <dsp:cNvSpPr/>
      </dsp:nvSpPr>
      <dsp:spPr>
        <a:xfrm>
          <a:off x="213900" y="1326283"/>
          <a:ext cx="389290" cy="38891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30D8BE-1E17-4A6D-9CFD-061920699627}">
      <dsp:nvSpPr>
        <dsp:cNvPr id="0" name=""/>
        <dsp:cNvSpPr/>
      </dsp:nvSpPr>
      <dsp:spPr>
        <a:xfrm>
          <a:off x="817091" y="1167184"/>
          <a:ext cx="6255720" cy="92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222" tIns="98222" rIns="98222" bIns="98222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Temporal Sequence Modeling: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AI analyzes movement over time to spot robotic patterns that standard scanners miss by only looking at a single moment.</a:t>
          </a:r>
        </a:p>
      </dsp:txBody>
      <dsp:txXfrm>
        <a:off x="817091" y="1167184"/>
        <a:ext cx="6255720" cy="928080"/>
      </dsp:txXfrm>
    </dsp:sp>
    <dsp:sp modelId="{0F39D49C-8117-414E-9D73-2057E36AA7F6}">
      <dsp:nvSpPr>
        <dsp:cNvPr id="0" name=""/>
        <dsp:cNvSpPr/>
      </dsp:nvSpPr>
      <dsp:spPr>
        <a:xfrm>
          <a:off x="0" y="2327285"/>
          <a:ext cx="7194883" cy="70710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95A9E45-ADED-44CB-A5B9-32894317339B}">
      <dsp:nvSpPr>
        <dsp:cNvPr id="0" name=""/>
        <dsp:cNvSpPr/>
      </dsp:nvSpPr>
      <dsp:spPr>
        <a:xfrm>
          <a:off x="213900" y="2486385"/>
          <a:ext cx="389290" cy="38891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615960-CC3B-48D5-BA87-89A1CED1AAE4}">
      <dsp:nvSpPr>
        <dsp:cNvPr id="0" name=""/>
        <dsp:cNvSpPr/>
      </dsp:nvSpPr>
      <dsp:spPr>
        <a:xfrm>
          <a:off x="817091" y="2327285"/>
          <a:ext cx="6255720" cy="92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222" tIns="98222" rIns="98222" bIns="98222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High-Skill Calibration: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By training the system on data from top-tier pros, it can tell the difference between skill and  cheating, preventing fair players from getting banned.</a:t>
          </a:r>
        </a:p>
      </dsp:txBody>
      <dsp:txXfrm>
        <a:off x="817091" y="2327285"/>
        <a:ext cx="6255720" cy="928080"/>
      </dsp:txXfrm>
    </dsp:sp>
    <dsp:sp modelId="{B305C519-C322-42EA-B7D8-A70117891E7C}">
      <dsp:nvSpPr>
        <dsp:cNvPr id="0" name=""/>
        <dsp:cNvSpPr/>
      </dsp:nvSpPr>
      <dsp:spPr>
        <a:xfrm>
          <a:off x="0" y="3487386"/>
          <a:ext cx="7194883" cy="70710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AB9D26D-D93B-4442-B75E-5EF36D7786A4}">
      <dsp:nvSpPr>
        <dsp:cNvPr id="0" name=""/>
        <dsp:cNvSpPr/>
      </dsp:nvSpPr>
      <dsp:spPr>
        <a:xfrm>
          <a:off x="213900" y="3646486"/>
          <a:ext cx="389290" cy="38891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3D9285-1891-428C-98D4-F4B0353F145A}">
      <dsp:nvSpPr>
        <dsp:cNvPr id="0" name=""/>
        <dsp:cNvSpPr/>
      </dsp:nvSpPr>
      <dsp:spPr>
        <a:xfrm>
          <a:off x="817091" y="3487386"/>
          <a:ext cx="6255720" cy="92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222" tIns="98222" rIns="98222" bIns="98222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Real-Time Enforcement: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The system works fast enough to catch and stop cheaters mid-match, protecting player rankings and keeping the game fair for everyone.</a:t>
          </a:r>
        </a:p>
      </dsp:txBody>
      <dsp:txXfrm>
        <a:off x="817091" y="3487386"/>
        <a:ext cx="6255720" cy="928080"/>
      </dsp:txXfrm>
    </dsp:sp>
    <dsp:sp modelId="{415EA602-0BDC-4E4B-8234-90D99731E297}">
      <dsp:nvSpPr>
        <dsp:cNvPr id="0" name=""/>
        <dsp:cNvSpPr/>
      </dsp:nvSpPr>
      <dsp:spPr>
        <a:xfrm>
          <a:off x="0" y="4647487"/>
          <a:ext cx="7194883" cy="707109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00B9C48-7CD1-4BDF-A0D9-D4D72DD70C46}">
      <dsp:nvSpPr>
        <dsp:cNvPr id="0" name=""/>
        <dsp:cNvSpPr/>
      </dsp:nvSpPr>
      <dsp:spPr>
        <a:xfrm>
          <a:off x="214109" y="4806587"/>
          <a:ext cx="389290" cy="388910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2EB21C-F0D6-480C-A1F9-2DBC5A765A59}">
      <dsp:nvSpPr>
        <dsp:cNvPr id="0" name=""/>
        <dsp:cNvSpPr/>
      </dsp:nvSpPr>
      <dsp:spPr>
        <a:xfrm>
          <a:off x="817509" y="4647487"/>
          <a:ext cx="6121901" cy="9280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8222" tIns="98222" rIns="98222" bIns="98222" numCol="1" spcCol="1270" anchor="ctr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Future-Proof Methodology: </a:t>
          </a:r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framework incorporates explainable AI and risk scoring to counter emerging humanized cheats through advanced jitter analysis and adversarial training.</a:t>
          </a:r>
        </a:p>
      </dsp:txBody>
      <dsp:txXfrm>
        <a:off x="817509" y="4647487"/>
        <a:ext cx="6121901" cy="92808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2/layout/IconCircleList">
  <dgm:title val="Icon Circle List"/>
  <dgm:desc val="Use to show non-sequential or grouped chunks of information accompanied by related visuals. Circular shapes can hold an icon or small picture and corresponding text box shows Level 1 text. Works best for icons or small pictures with medium-length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alg type="sp"/>
    <dgm:shape xmlns:r="http://schemas.openxmlformats.org/officeDocument/2006/relationships" r:blip="">
      <dgm:adjLst/>
    </dgm:shape>
    <dgm:presOf/>
    <dgm:choose name="Name0">
      <dgm:if name="Name1" axis="ch" ptType="node" func="cnt" op="lte" val="3">
        <dgm:constrLst>
          <dgm:constr type="w" for="ch" forName="container" refType="w"/>
          <dgm:constr type="h" for="ch" forName="container" refType="h" fact="0.4"/>
        </dgm:constrLst>
      </dgm:if>
      <dgm:else name="Name2">
        <dgm:constrLst>
          <dgm:constr type="w" for="ch" forName="container" refType="w"/>
          <dgm:constr type="h" for="ch" forName="container" refType="h"/>
        </dgm:constrLst>
      </dgm:else>
    </dgm:choose>
    <dgm:ruleLst>
      <dgm:rule type="h" for="ch" forName="container" val="INF" fact="NaN" max="NaN"/>
    </dgm:ruleLst>
    <dgm:layoutNode name="container">
      <dgm:varLst>
        <dgm:dir/>
        <dgm:resizeHandles val="exact"/>
      </dgm:varLst>
      <dgm:choose name="Name3">
        <dgm:if name="Name4" axis="self" func="var" arg="dir" op="equ" val="norm">
          <dgm:alg type="snake">
            <dgm:param type="grDir" val="tL"/>
            <dgm:param type="flowDir" val="row"/>
            <dgm:param type="contDir" val="sameDir"/>
          </dgm:alg>
        </dgm:if>
        <dgm:else name="Name5">
          <dgm:alg type="snake">
            <dgm:param type="grDir" val="tR"/>
            <dgm:param type="flowDir" val="row"/>
            <dgm:param type="contDir" val="sameDi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w" fact="0.28"/>
        <dgm:constr type="w" for="ch" forName="sibTrans" refType="w" refFor="ch" refForName="compNode" fact="0.115"/>
        <dgm:constr type="sp" refType="h" op="equ" fact="0.17"/>
        <dgm:constr type="primFontSz" for="des" ptType="node" op="equ" val="24"/>
        <dgm:constr type="h" for="des" forName="compNode" op="equ"/>
        <dgm:constr type="h" for="des" forName="iconBgRect" op="equ"/>
      </dgm:constrLst>
      <dgm:ruleLst>
        <dgm:rule type="w" for="ch" forName="compNode" val="60" fact="NaN" max="NaN"/>
      </dgm:ruleLst>
      <dgm:forEach name="Name6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 axis="self"/>
          <dgm:constrLst>
            <dgm:constr type="w" for="ch" forName="iconBgRect" refType="w" fact="0.28"/>
            <dgm:constr type="h" for="ch" forName="iconBgRect" refType="w" refFor="ch" refForName="iconBgRect"/>
            <dgm:constr type="t" for="ch" forName="iconBgRect"/>
            <dgm:constr type="l" for="ch" forName="iconBgRect"/>
            <dgm:constr type="w" for="ch" forName="iconRect" refType="w" refFor="ch" refForName="iconBgRect" fact="0.58"/>
            <dgm:constr type="h" for="ch" forName="iconRect" refType="w" refFor="ch" refForName="iconRect"/>
            <dgm:constr type="ctrX" for="ch" forName="iconRect" refType="ctrX" refFor="ch" refForName="iconBgRect"/>
            <dgm:constr type="ctrY" for="ch" forName="iconRect" refType="ctrY" refFor="ch" refForName="iconBgRect"/>
            <dgm:constr type="w" for="ch" forName="spaceRect" refType="w" fact="0.06"/>
            <dgm:constr type="h" for="ch" forName="spaceRect" refType="h" refFor="ch" refForName="iconBgRect"/>
            <dgm:constr type="t" for="ch" forName="spaceRect" refType="t" refFor="ch" refForName="iconBgRect"/>
            <dgm:constr type="l" for="ch" forName="spaceRect" refType="r" refFor="ch" refForName="iconBgRect"/>
            <dgm:constr type="h" for="ch" forName="textRect" refType="h" refFor="ch" refForName="iconBgRect"/>
            <dgm:constr type="t" for="ch" forName="textRect" refType="t" refFor="ch" refForName="iconBgRect"/>
            <dgm:constr type="l" for="ch" forName="textRect" refType="r" refFor="ch" refForName="spaceRect"/>
          </dgm:constrLst>
          <dgm:ruleLst/>
          <dgm:layoutNode name="iconBgRect" styleLbl="bgShp">
            <dgm:alg type="sp"/>
            <dgm:shape xmlns:r="http://schemas.openxmlformats.org/officeDocument/2006/relationships" type="ellipse" r:blip="">
              <dgm:adjLst/>
            </dgm:shape>
            <dgm:presOf/>
            <dgm:constrLst/>
            <dgm:ruleLst/>
          </dgm:layoutNode>
          <dgm:layoutNode name="iconRect" styleLbl="node1">
            <dgm:alg type="sp"/>
            <dgm:shape xmlns:r="http://schemas.openxmlformats.org/officeDocument/2006/relationships" type="rect" r:blip="" blipPhldr="1">
              <dgm:adjLst/>
            </dgm:shape>
            <dgm:presOf/>
            <dgm:constrLst/>
            <dgm:ruleLst/>
          </dgm:layoutNode>
          <dgm:layoutNode name="spaceRect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  <dgm:layoutNode name="textRect" styleLbl="revTx">
            <dgm:varLst>
              <dgm:chMax val="1"/>
              <dgm:chPref val="1"/>
            </dgm:varLst>
            <dgm:choose name="Name7">
              <dgm:if name="Name8" func="var" arg="dir" op="equ" val="norm">
                <dgm:alg type="tx">
                  <dgm:param type="txAnchorVert" val="mid"/>
                  <dgm:param type="parTxLTRAlign" val="l"/>
                  <dgm:param type="shpTxLTRAlignCh" val="l"/>
                  <dgm:param type="parTxRTLAlign" val="l"/>
                  <dgm:param type="shpTxRTLAlignCh" val="l"/>
                </dgm:alg>
              </dgm:if>
              <dgm:else name="Name9">
                <dgm:alg type="tx">
                  <dgm:param type="txAnchorVert" val="mid"/>
                  <dgm:param type="parTxLTRAlign" val="r"/>
                  <dgm:param type="shpTxLTRAlignCh" val="r"/>
                  <dgm:param type="parTxRTLAlign" val="r"/>
                  <dgm:param type="shpTxRTLAlignCh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self" ptType="node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11" fact="NaN" max="NaN"/>
            </dgm:ruleLst>
          </dgm:layoutNode>
        </dgm:layoutNode>
        <dgm:forEach name="Name10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2/layout/IconCircleList">
  <dgm:title val="Icon Circle List"/>
  <dgm:desc val="Use to show non-sequential or grouped chunks of information accompanied by related visuals. Circular shapes can hold an icon or small picture and corresponding text box shows Level 1 text. Works best for icons or small pictures with medium-length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alg type="sp"/>
    <dgm:shape xmlns:r="http://schemas.openxmlformats.org/officeDocument/2006/relationships" r:blip="">
      <dgm:adjLst/>
    </dgm:shape>
    <dgm:presOf/>
    <dgm:choose name="Name0">
      <dgm:if name="Name1" axis="ch" ptType="node" func="cnt" op="lte" val="3">
        <dgm:constrLst>
          <dgm:constr type="w" for="ch" forName="container" refType="w"/>
          <dgm:constr type="h" for="ch" forName="container" refType="h" fact="0.4"/>
        </dgm:constrLst>
      </dgm:if>
      <dgm:else name="Name2">
        <dgm:constrLst>
          <dgm:constr type="w" for="ch" forName="container" refType="w"/>
          <dgm:constr type="h" for="ch" forName="container" refType="h"/>
        </dgm:constrLst>
      </dgm:else>
    </dgm:choose>
    <dgm:ruleLst>
      <dgm:rule type="h" for="ch" forName="container" val="INF" fact="NaN" max="NaN"/>
    </dgm:ruleLst>
    <dgm:layoutNode name="container">
      <dgm:varLst>
        <dgm:dir/>
        <dgm:resizeHandles val="exact"/>
      </dgm:varLst>
      <dgm:choose name="Name3">
        <dgm:if name="Name4" axis="self" func="var" arg="dir" op="equ" val="norm">
          <dgm:alg type="snake">
            <dgm:param type="grDir" val="tL"/>
            <dgm:param type="flowDir" val="row"/>
            <dgm:param type="contDir" val="sameDir"/>
          </dgm:alg>
        </dgm:if>
        <dgm:else name="Name5">
          <dgm:alg type="snake">
            <dgm:param type="grDir" val="tR"/>
            <dgm:param type="flowDir" val="row"/>
            <dgm:param type="contDir" val="sameDi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w" fact="0.28"/>
        <dgm:constr type="w" for="ch" forName="sibTrans" refType="w" refFor="ch" refForName="compNode" fact="0.115"/>
        <dgm:constr type="sp" refType="h" op="equ" fact="0.17"/>
        <dgm:constr type="primFontSz" for="des" ptType="node" op="equ" val="24"/>
        <dgm:constr type="h" for="des" forName="compNode" op="equ"/>
        <dgm:constr type="h" for="des" forName="iconBgRect" op="equ"/>
      </dgm:constrLst>
      <dgm:ruleLst>
        <dgm:rule type="w" for="ch" forName="compNode" val="60" fact="NaN" max="NaN"/>
      </dgm:ruleLst>
      <dgm:forEach name="Name6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 axis="self"/>
          <dgm:constrLst>
            <dgm:constr type="w" for="ch" forName="iconBgRect" refType="w" fact="0.28"/>
            <dgm:constr type="h" for="ch" forName="iconBgRect" refType="w" refFor="ch" refForName="iconBgRect"/>
            <dgm:constr type="t" for="ch" forName="iconBgRect"/>
            <dgm:constr type="l" for="ch" forName="iconBgRect"/>
            <dgm:constr type="w" for="ch" forName="iconRect" refType="w" refFor="ch" refForName="iconBgRect" fact="0.58"/>
            <dgm:constr type="h" for="ch" forName="iconRect" refType="w" refFor="ch" refForName="iconRect"/>
            <dgm:constr type="ctrX" for="ch" forName="iconRect" refType="ctrX" refFor="ch" refForName="iconBgRect"/>
            <dgm:constr type="ctrY" for="ch" forName="iconRect" refType="ctrY" refFor="ch" refForName="iconBgRect"/>
            <dgm:constr type="w" for="ch" forName="spaceRect" refType="w" fact="0.06"/>
            <dgm:constr type="h" for="ch" forName="spaceRect" refType="h" refFor="ch" refForName="iconBgRect"/>
            <dgm:constr type="t" for="ch" forName="spaceRect" refType="t" refFor="ch" refForName="iconBgRect"/>
            <dgm:constr type="l" for="ch" forName="spaceRect" refType="r" refFor="ch" refForName="iconBgRect"/>
            <dgm:constr type="h" for="ch" forName="textRect" refType="h" refFor="ch" refForName="iconBgRect"/>
            <dgm:constr type="t" for="ch" forName="textRect" refType="t" refFor="ch" refForName="iconBgRect"/>
            <dgm:constr type="l" for="ch" forName="textRect" refType="r" refFor="ch" refForName="spaceRect"/>
          </dgm:constrLst>
          <dgm:ruleLst/>
          <dgm:layoutNode name="iconBgRect" styleLbl="bgShp">
            <dgm:alg type="sp"/>
            <dgm:shape xmlns:r="http://schemas.openxmlformats.org/officeDocument/2006/relationships" type="ellipse" r:blip="">
              <dgm:adjLst/>
            </dgm:shape>
            <dgm:presOf/>
            <dgm:constrLst/>
            <dgm:ruleLst/>
          </dgm:layoutNode>
          <dgm:layoutNode name="iconRect" styleLbl="node1">
            <dgm:alg type="sp"/>
            <dgm:shape xmlns:r="http://schemas.openxmlformats.org/officeDocument/2006/relationships" type="rect" r:blip="" blipPhldr="1">
              <dgm:adjLst/>
            </dgm:shape>
            <dgm:presOf/>
            <dgm:constrLst/>
            <dgm:ruleLst/>
          </dgm:layoutNode>
          <dgm:layoutNode name="spaceRect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  <dgm:layoutNode name="textRect" styleLbl="revTx">
            <dgm:varLst>
              <dgm:chMax val="1"/>
              <dgm:chPref val="1"/>
            </dgm:varLst>
            <dgm:choose name="Name7">
              <dgm:if name="Name8" func="var" arg="dir" op="equ" val="norm">
                <dgm:alg type="tx">
                  <dgm:param type="txAnchorVert" val="mid"/>
                  <dgm:param type="parTxLTRAlign" val="l"/>
                  <dgm:param type="shpTxLTRAlignCh" val="l"/>
                  <dgm:param type="parTxRTLAlign" val="l"/>
                  <dgm:param type="shpTxRTLAlignCh" val="l"/>
                </dgm:alg>
              </dgm:if>
              <dgm:else name="Name9">
                <dgm:alg type="tx">
                  <dgm:param type="txAnchorVert" val="mid"/>
                  <dgm:param type="parTxLTRAlign" val="r"/>
                  <dgm:param type="shpTxLTRAlignCh" val="r"/>
                  <dgm:param type="parTxRTLAlign" val="r"/>
                  <dgm:param type="shpTxRTLAlignCh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self" ptType="node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11" fact="NaN" max="NaN"/>
            </dgm:ruleLst>
          </dgm:layoutNode>
        </dgm:layoutNode>
        <dgm:forEach name="Name10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BD2078A-652E-4F2C-B40E-572B37F5BAEE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663BC1-4961-4EC5-89D9-4B015886597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17842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34947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/>
            <a:endParaRPr lang="en-US" sz="1200" b="0" i="0" u="none" strike="noStrike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87417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885178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92518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/>
            <a:endParaRPr lang="en-US" b="0" dirty="0">
              <a:effectLst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276288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574860-12F8-B17D-72B3-CDD7AA16C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5EE3001-C6F6-F51E-B84C-C594210EA8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3889495-F9E7-4E0A-BEBC-0414C10A3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/>
            <a:endParaRPr lang="en-US" sz="1200" b="0" i="0" u="none" strike="noStrike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BCBED6-CE63-16A2-76D3-4C82BC8ADB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845464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867046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3B7A89-3417-5AAC-DB77-EBCEBC2814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24FE434-FCEC-1A9A-3353-B9FCCE1CE6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67A2BE8-AFA9-3748-D42F-05765CCDE5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4F514-1F68-30BF-4495-F1867A7291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600387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/>
            <a:endParaRPr lang="en-US" b="0" dirty="0">
              <a:effectLst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789761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22232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AE8A0-4EFD-47BD-8DD1-BE04E5ECC48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48391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658D14-A638-87E9-50A9-859F54B4573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8C3EA05-F10E-DCDC-23B9-7203E9605F6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0C79EF6-BBA8-C3C5-02FB-4362C9CE6A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B1E8C7-49F5-04D9-0FF1-FA96C7CF35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4098180-B658-E497-D6FC-17F970051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25504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18866-9A4B-2599-8E39-0F91406406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B8883D6-2FD6-7E37-048D-58BB30E435D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DAC4C0D-3220-FF43-B78D-E55C7A6F60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30E41C-B717-AAE3-2575-4FCFAE7AFF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778DA0C-CC8B-EFDF-7D3D-0C303BF5EF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45022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D45AFB-92CB-CA16-A3AD-943A555798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46F0FE2-993A-C99F-D19E-0E031A7925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FD24F2-6B14-187D-FBB2-BDFA686F3A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0ED8463-0AD4-6006-08C8-585B3FDF32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8E9CDE9-FB59-14AD-0859-B385FA5F23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7559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9636C1-D5DA-1757-BDAE-92240A4FBF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2053F42-E3B5-6F24-942C-C578F679BBA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23E19F2-A1C1-DB0F-38A4-E9BD76324A9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3585475-56CE-6EA3-E404-E241639B77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428D26C-0348-2BEA-0267-E94C414950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5795796-4D6C-6BC5-BA09-8A392EF694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74955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670C77-F2FC-6A81-9A36-F5CBFC9095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80BC879-FBEF-2AC3-55F0-613319B649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4EBB126-CE62-A9C0-0F80-F9023E4AB4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2C1AFF1-99BD-CDF1-F64B-181F58EC20B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2BF714-15E2-C85A-EA12-0CDC5E469AB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6DCC985-C6F3-5B12-A5BF-D7ED5E523B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72500DA-0F3C-D553-D720-28A4486D38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A60B315-7BF6-96A9-0238-D96D96BE80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050709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420AE3-3EDF-ABCE-5B9A-BDE60CD4D3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33B27D-D709-3B52-185C-D63B92FA53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B7FBA5B-0F89-D8F0-AB88-0CF5B4E98E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508CD13-294E-21DE-F337-950D097715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00498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55F1A4-DE96-A9EB-26E9-FF9E0682A1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27750EC-0CAF-B668-1C92-8684EF62F4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92ACFF-07CC-879D-26AB-A7F81981BE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355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C4665E3-09FE-DC91-FD5D-1DD3020A29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9304EF0-32FA-286E-E965-385251F8F1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59FCABB-E057-5BA8-72DB-B5E84F74D2F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92BD88-3DF2-0036-086D-2C911C02C89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A4F7127-E5F6-565D-CB1B-D4B2EE88A3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DA5F950-806A-81E9-8CCF-A1862E56A5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326681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049534-8A4A-178E-2A33-08C9321EC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C81CCCA-D7AF-4568-D201-86BAA1660FE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26A8441-3AD7-7716-95A8-7F2E7510FA6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7F261F8-7360-9F96-42FF-21F6CD071D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87C8D6E-4275-25F3-A150-45EE2786E4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C9DC6D6-2277-EB85-FF33-FD4EB7253F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93348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72DA2A-18C1-20D6-7FEB-D34777D994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E72A467-3B14-80BC-56CC-4447B3BBE56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78DAA94-4810-5043-0699-A0A9F9959E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91651F-CCF6-2820-5BED-397B3EF6D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1503C66-BC8C-12BD-8AF6-1F752B39CB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049104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D485C5F-6269-DA0F-4FC2-37D49D3B1E8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DE27E50-BF1E-9C7F-24C2-C3510EA19B7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CD103FB-1489-6B3A-C6F2-2879F6F304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D9DE866-6CD1-3786-6D88-7132605431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3F1EE84-02BB-8FC1-3A1C-3CAA51C0DD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62688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9954D5B-634D-C8B8-6CB0-61CD7B38C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95085E-5AA2-A9CD-BCAE-40F3B07B255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5D2A10-CF3E-F090-DA35-22A72A2B0AD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B1044BA5-20FC-41C5-B093-40552C30F8FD}" type="datetimeFigureOut">
              <a:rPr lang="en-US" smtClean="0"/>
              <a:t>5/5/2026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B71AEB-7960-9A5D-3C78-FF89AC3897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EF32A68-48B8-B89A-D533-8E9D2A1C62B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70036A4-FDCB-443E-8900-1DFDC9B868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24249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diagramDrawing" Target="../diagrams/drawing2.xml"/><Relationship Id="rId3" Type="http://schemas.openxmlformats.org/officeDocument/2006/relationships/image" Target="../media/image5.svg"/><Relationship Id="rId7" Type="http://schemas.openxmlformats.org/officeDocument/2006/relationships/diagramColors" Target="../diagrams/colors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6" Type="http://schemas.openxmlformats.org/officeDocument/2006/relationships/diagramQuickStyle" Target="../diagrams/quickStyle2.xml"/><Relationship Id="rId5" Type="http://schemas.openxmlformats.org/officeDocument/2006/relationships/diagramLayout" Target="../diagrams/layout2.xml"/><Relationship Id="rId4" Type="http://schemas.openxmlformats.org/officeDocument/2006/relationships/diagramData" Target="../diagrams/data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5.xml"/><Relationship Id="rId7" Type="http://schemas.microsoft.com/office/2007/relationships/diagramDrawing" Target="../diagrams/drawing5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5.xml"/><Relationship Id="rId5" Type="http://schemas.openxmlformats.org/officeDocument/2006/relationships/diagramQuickStyle" Target="../diagrams/quickStyle5.xml"/><Relationship Id="rId4" Type="http://schemas.openxmlformats.org/officeDocument/2006/relationships/diagramLayout" Target="../diagrams/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.xml"/><Relationship Id="rId7" Type="http://schemas.microsoft.com/office/2007/relationships/diagramDrawing" Target="../diagrams/drawing6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.xml"/><Relationship Id="rId7" Type="http://schemas.microsoft.com/office/2007/relationships/diagramDrawing" Target="../diagrams/drawing7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7.xml"/><Relationship Id="rId5" Type="http://schemas.openxmlformats.org/officeDocument/2006/relationships/diagramQuickStyle" Target="../diagrams/quickStyle7.xml"/><Relationship Id="rId4" Type="http://schemas.openxmlformats.org/officeDocument/2006/relationships/diagramLayout" Target="../diagrams/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8.xml"/><Relationship Id="rId7" Type="http://schemas.microsoft.com/office/2007/relationships/diagramDrawing" Target="../diagrams/drawing8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8.xml"/><Relationship Id="rId5" Type="http://schemas.openxmlformats.org/officeDocument/2006/relationships/diagramQuickStyle" Target="../diagrams/quickStyle8.xml"/><Relationship Id="rId4" Type="http://schemas.openxmlformats.org/officeDocument/2006/relationships/diagramLayout" Target="../diagrams/layout8.xml"/></Relationships>
</file>

<file path=ppt/slides/_rels/slide11.xml.rels><?xml version="1.0" encoding="UTF-8" standalone="yes"?>
<Relationships xmlns="http://schemas.openxmlformats.org/package/2006/relationships"><Relationship Id="rId8" Type="http://schemas.microsoft.com/office/2007/relationships/diagramDrawing" Target="../diagrams/drawing9.xml"/><Relationship Id="rId3" Type="http://schemas.openxmlformats.org/officeDocument/2006/relationships/image" Target="../media/image1.svg"/><Relationship Id="rId7" Type="http://schemas.openxmlformats.org/officeDocument/2006/relationships/diagramColors" Target="../diagrams/colors9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6" Type="http://schemas.openxmlformats.org/officeDocument/2006/relationships/diagramQuickStyle" Target="../diagrams/quickStyle9.xml"/><Relationship Id="rId5" Type="http://schemas.openxmlformats.org/officeDocument/2006/relationships/diagramLayout" Target="../diagrams/layout9.xml"/><Relationship Id="rId4" Type="http://schemas.openxmlformats.org/officeDocument/2006/relationships/diagramData" Target="../diagrams/data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77C2DC4-03FC-4BF3-9F66-E9A3066EE4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3BD7D54-1B49-4AE3-89F2-EA4811619C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D1BD4E27-98FF-430B-A77B-3BF03B5420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7E13C525-8EE3-4288-848F-C9B2A174F2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1" name="Rectangle 30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9B65241-CEA4-3A09-651E-563F2CBCEA5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715124" y="1676401"/>
            <a:ext cx="4495801" cy="914399"/>
          </a:xfrm>
        </p:spPr>
        <p:txBody>
          <a:bodyPr anchor="t">
            <a:normAutofit/>
          </a:bodyPr>
          <a:lstStyle/>
          <a:p>
            <a:pPr algn="l"/>
            <a:r>
              <a:rPr lang="en-US" sz="4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ML and Cheaters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7EFA4C4-12E5-36D5-56A0-E0E33C5226F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715124" y="4033157"/>
            <a:ext cx="4495801" cy="1724704"/>
          </a:xfrm>
        </p:spPr>
        <p:txBody>
          <a:bodyPr>
            <a:noAutofit/>
          </a:bodyPr>
          <a:lstStyle/>
          <a:p>
            <a:pPr algn="l"/>
            <a:r>
              <a:rPr lang="en-US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Denae Faith Liong</a:t>
            </a:r>
            <a:endParaRPr lang="en-US" b="0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r>
              <a:rPr lang="en-US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ITAI 1371 – Intro to Machine Learning</a:t>
            </a:r>
          </a:p>
          <a:p>
            <a:pPr algn="l"/>
            <a:r>
              <a:rPr lang="en-US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5/1/2026</a:t>
            </a:r>
            <a:endParaRPr lang="en-US" b="0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" name="Graphic 6" descr="Game controller">
            <a:extLst>
              <a:ext uri="{FF2B5EF4-FFF2-40B4-BE49-F238E27FC236}">
                <a16:creationId xmlns:a16="http://schemas.microsoft.com/office/drawing/2014/main" id="{8E4390C0-E180-8714-8026-D044D8A0CC1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1074" y="1100135"/>
            <a:ext cx="4657726" cy="46577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810432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F8E290EA-03F6-D69C-AA87-656EAD544755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Motivation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3A8A96C-FAB7-E81F-971E-EA271063FFF8}"/>
              </a:ext>
            </a:extLst>
          </p:cNvPr>
          <p:cNvSpPr txBox="1"/>
          <p:nvPr/>
        </p:nvSpPr>
        <p:spPr>
          <a:xfrm>
            <a:off x="5410200" y="1676400"/>
            <a:ext cx="5410200" cy="111140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r">
              <a:lnSpc>
                <a:spcPct val="90000"/>
              </a:lnSpc>
              <a:spcAft>
                <a:spcPts val="600"/>
              </a:spcAft>
            </a:pPr>
            <a:r>
              <a:rPr lang="en-US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 chose this problem because it derived from a personal interest, was industry necessity, and is technical feasibility.</a:t>
            </a:r>
          </a:p>
        </p:txBody>
      </p:sp>
      <p:graphicFrame>
        <p:nvGraphicFramePr>
          <p:cNvPr id="39" name="TextBox 1">
            <a:extLst>
              <a:ext uri="{FF2B5EF4-FFF2-40B4-BE49-F238E27FC236}">
                <a16:creationId xmlns:a16="http://schemas.microsoft.com/office/drawing/2014/main" id="{0F968126-BFB4-2A7C-2164-FD21301427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80424902"/>
              </p:ext>
            </p:extLst>
          </p:nvPr>
        </p:nvGraphicFramePr>
        <p:xfrm>
          <a:off x="1143000" y="3173440"/>
          <a:ext cx="9677400" cy="23083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12332974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Rectangle 40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52" name="Rectangle 51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8" name="Title 1">
            <a:extLst>
              <a:ext uri="{FF2B5EF4-FFF2-40B4-BE49-F238E27FC236}">
                <a16:creationId xmlns:a16="http://schemas.microsoft.com/office/drawing/2014/main" id="{841D54AE-04A6-FF81-4BFD-99F2342670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Introduction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7605BBB-61F0-D40A-BF1B-C7E46B6105FA}"/>
              </a:ext>
            </a:extLst>
          </p:cNvPr>
          <p:cNvSpPr txBox="1"/>
          <p:nvPr/>
        </p:nvSpPr>
        <p:spPr>
          <a:xfrm>
            <a:off x="4716378" y="1705725"/>
            <a:ext cx="4999121" cy="68855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algn="r"/>
            <a:r>
              <a:rPr lang="en-US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My ML set baselines for human movement, enabling the automatic removal of players who exceed natural limits.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Graphic 4" descr="Playbook">
            <a:extLst>
              <a:ext uri="{FF2B5EF4-FFF2-40B4-BE49-F238E27FC236}">
                <a16:creationId xmlns:a16="http://schemas.microsoft.com/office/drawing/2014/main" id="{61DDFEDF-846F-E575-0934-99C1157ED5B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88501" y="1537109"/>
            <a:ext cx="1231899" cy="1231899"/>
          </a:xfrm>
          <a:prstGeom prst="rect">
            <a:avLst/>
          </a:prstGeom>
        </p:spPr>
      </p:pic>
      <p:graphicFrame>
        <p:nvGraphicFramePr>
          <p:cNvPr id="54" name="TextBox 3">
            <a:extLst>
              <a:ext uri="{FF2B5EF4-FFF2-40B4-BE49-F238E27FC236}">
                <a16:creationId xmlns:a16="http://schemas.microsoft.com/office/drawing/2014/main" id="{722DA0EE-8016-98CD-2029-FC755FB883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1779899"/>
              </p:ext>
            </p:extLst>
          </p:nvPr>
        </p:nvGraphicFramePr>
        <p:xfrm>
          <a:off x="1143000" y="2889580"/>
          <a:ext cx="9677400" cy="255454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</p:spTree>
    <p:extLst>
      <p:ext uri="{BB962C8B-B14F-4D97-AF65-F5344CB8AC3E}">
        <p14:creationId xmlns:p14="http://schemas.microsoft.com/office/powerpoint/2010/main" val="218826947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59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65" name="Rectangle 64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213504EF-EA8A-DAE2-EEE7-7D027AB023FB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Background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A2DCBE8-017B-0F2B-450A-DBEAA9109336}"/>
              </a:ext>
            </a:extLst>
          </p:cNvPr>
          <p:cNvSpPr txBox="1"/>
          <p:nvPr/>
        </p:nvSpPr>
        <p:spPr>
          <a:xfrm>
            <a:off x="5197666" y="1607797"/>
            <a:ext cx="5638796" cy="9789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r">
              <a:lnSpc>
                <a:spcPct val="90000"/>
              </a:lnSpc>
              <a:spcAft>
                <a:spcPts val="600"/>
              </a:spcAft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My project addresses the Arms Race by moving away from signature-based detection (T1) toward Behavioral Anomaly Detection (SOTA). </a:t>
            </a:r>
          </a:p>
        </p:txBody>
      </p:sp>
      <p:graphicFrame>
        <p:nvGraphicFramePr>
          <p:cNvPr id="66" name="TextBox 3">
            <a:extLst>
              <a:ext uri="{FF2B5EF4-FFF2-40B4-BE49-F238E27FC236}">
                <a16:creationId xmlns:a16="http://schemas.microsoft.com/office/drawing/2014/main" id="{0A1ED658-0F92-B39F-2A50-7F03120581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8568446"/>
              </p:ext>
            </p:extLst>
          </p:nvPr>
        </p:nvGraphicFramePr>
        <p:xfrm>
          <a:off x="537659" y="1983129"/>
          <a:ext cx="11116682" cy="422717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71389513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3" name="Rectangle 32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C0D5F249-27C5-D4BD-054F-6EE73EEAA2FE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Methods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79DC294-0322-D313-8A23-32D98B1264B9}"/>
              </a:ext>
            </a:extLst>
          </p:cNvPr>
          <p:cNvSpPr txBox="1"/>
          <p:nvPr/>
        </p:nvSpPr>
        <p:spPr>
          <a:xfrm>
            <a:off x="5236102" y="1468056"/>
            <a:ext cx="5638796" cy="10916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r">
              <a:lnSpc>
                <a:spcPct val="90000"/>
              </a:lnSpc>
              <a:spcAft>
                <a:spcPts val="600"/>
              </a:spcAft>
            </a:pPr>
            <a:r>
              <a:rPr lang="en-US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By shifting focus from hidden code to observable behavior, this methodology targets physical and temporal signatures that are nearly impossible for scripts to fake.</a:t>
            </a:r>
          </a:p>
        </p:txBody>
      </p:sp>
      <p:graphicFrame>
        <p:nvGraphicFramePr>
          <p:cNvPr id="45" name="TextBox 1">
            <a:extLst>
              <a:ext uri="{FF2B5EF4-FFF2-40B4-BE49-F238E27FC236}">
                <a16:creationId xmlns:a16="http://schemas.microsoft.com/office/drawing/2014/main" id="{F6671709-0670-9153-CE8F-7AD63B7445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25521914"/>
              </p:ext>
            </p:extLst>
          </p:nvPr>
        </p:nvGraphicFramePr>
        <p:xfrm>
          <a:off x="1230051" y="2438874"/>
          <a:ext cx="9731897" cy="30856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1190284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47E8935-8BF9-4136-DA24-16D30619F7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F139A626-C5C9-B0D4-F8FB-EFE4D9099BE7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Strategic Advantages</a:t>
            </a:r>
          </a:p>
        </p:txBody>
      </p:sp>
      <p:graphicFrame>
        <p:nvGraphicFramePr>
          <p:cNvPr id="25" name="Title 1">
            <a:extLst>
              <a:ext uri="{FF2B5EF4-FFF2-40B4-BE49-F238E27FC236}">
                <a16:creationId xmlns:a16="http://schemas.microsoft.com/office/drawing/2014/main" id="{01731E5F-4530-18A2-1531-057B8849E05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88117373"/>
              </p:ext>
            </p:extLst>
          </p:nvPr>
        </p:nvGraphicFramePr>
        <p:xfrm>
          <a:off x="3882342" y="707020"/>
          <a:ext cx="7627716" cy="54439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3440768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1900BF7D-8603-578E-C57E-746B255DB23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DE84962-20A2-6973-88C8-590DF25500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A9D66793-DA52-7A7B-F240-04E39DE6738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A4A71FE-AAFA-7F4B-E6D8-62B051D52E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630210A3-86FE-1F91-F132-6E2D86DFB5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F8AB90B2-489F-7E33-EBC5-BB2BB62E0A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C558C1D-BA11-3F6A-D7D5-D0DD9D20A153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dirty="0"/>
              <a:t>Results</a:t>
            </a:r>
            <a:endParaRPr lang="en-US" sz="40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4840D8B0-F668-A527-E19D-2C5FD96CC3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33007" y="1157287"/>
            <a:ext cx="4943475" cy="4543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121807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CB45079-9711-5538-EB16-EA83510904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0" name="Rectangle 39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BA4184A-EAB5-F6D4-DEAC-3FCDCD04FB62}"/>
              </a:ext>
            </a:extLst>
          </p:cNvPr>
          <p:cNvSpPr txBox="1">
            <a:spLocks/>
          </p:cNvSpPr>
          <p:nvPr/>
        </p:nvSpPr>
        <p:spPr>
          <a:xfrm>
            <a:off x="1143000" y="990599"/>
            <a:ext cx="9906000" cy="685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Discussion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4656751-1C6F-D44F-BEDB-A62D89DC80BE}"/>
              </a:ext>
            </a:extLst>
          </p:cNvPr>
          <p:cNvSpPr txBox="1"/>
          <p:nvPr/>
        </p:nvSpPr>
        <p:spPr>
          <a:xfrm>
            <a:off x="5410205" y="1167113"/>
            <a:ext cx="5638796" cy="9664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r">
              <a:lnSpc>
                <a:spcPct val="90000"/>
              </a:lnSpc>
              <a:spcAft>
                <a:spcPts val="600"/>
              </a:spcAft>
            </a:pPr>
            <a:r>
              <a:rPr lang="en-US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By focusing on how players act rather than what software they use, this solution is tougher to bypass and easier to manage than older methods.</a:t>
            </a:r>
          </a:p>
        </p:txBody>
      </p:sp>
      <p:graphicFrame>
        <p:nvGraphicFramePr>
          <p:cNvPr id="28" name="TextBox 2">
            <a:extLst>
              <a:ext uri="{FF2B5EF4-FFF2-40B4-BE49-F238E27FC236}">
                <a16:creationId xmlns:a16="http://schemas.microsoft.com/office/drawing/2014/main" id="{5DB34005-9D53-786B-FF98-BF5762EFCF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48983590"/>
              </p:ext>
            </p:extLst>
          </p:nvPr>
        </p:nvGraphicFramePr>
        <p:xfrm>
          <a:off x="685798" y="1852913"/>
          <a:ext cx="10820400" cy="39623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14734179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1817E9F6-4D3C-CF20-D942-D35A19AE43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5F30824-E9F6-700C-4121-37132E4106A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6B209C6-1B56-C71A-B923-A7FBCD37D3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48BA39B-9DA9-1D37-B436-7CF55C82D4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803BAF36-733A-82D3-7248-4AE8835297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 useBgFill="1">
        <p:nvSpPr>
          <p:cNvPr id="14" name="Rectangle 13">
            <a:extLst>
              <a:ext uri="{FF2B5EF4-FFF2-40B4-BE49-F238E27FC236}">
                <a16:creationId xmlns:a16="http://schemas.microsoft.com/office/drawing/2014/main" id="{AC6162DB-FF07-CB7E-A547-1A01899DDA4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62CECFFE-563D-CD94-0EF0-6B95D1EC71C8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Future Directions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325658A-480A-C993-614E-7B6FEA95036D}"/>
              </a:ext>
            </a:extLst>
          </p:cNvPr>
          <p:cNvSpPr txBox="1"/>
          <p:nvPr/>
        </p:nvSpPr>
        <p:spPr>
          <a:xfrm>
            <a:off x="5317958" y="1569023"/>
            <a:ext cx="6067922" cy="6594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r">
              <a:lnSpc>
                <a:spcPct val="90000"/>
              </a:lnSpc>
              <a:spcAft>
                <a:spcPts val="600"/>
              </a:spcAft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If I were to evolve this project, I would move from detecting scripts to identifying humanized AI cheats.</a:t>
            </a:r>
          </a:p>
        </p:txBody>
      </p:sp>
      <p:graphicFrame>
        <p:nvGraphicFramePr>
          <p:cNvPr id="20" name="TextBox 1">
            <a:extLst>
              <a:ext uri="{FF2B5EF4-FFF2-40B4-BE49-F238E27FC236}">
                <a16:creationId xmlns:a16="http://schemas.microsoft.com/office/drawing/2014/main" id="{4BF090E2-E3CD-7D65-DACC-0F2CFE68BF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2303689"/>
              </p:ext>
            </p:extLst>
          </p:nvPr>
        </p:nvGraphicFramePr>
        <p:xfrm>
          <a:off x="1005840" y="2559623"/>
          <a:ext cx="10515598" cy="314334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85708208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679CA649-79E6-BB08-6167-09F9DB8EA3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C3778A1-C237-A0FE-783A-B862059FAC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0CFC002-C3F2-6B8D-DFA5-C6980DC084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B889E5D8-C3B9-F883-6F5A-DE0A9B1B94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6B31D2D-2E90-7AFD-700A-5D46BC1F3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87BD922F-DB85-47D1-9212-4878EABEC0F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43E298-9DE7-6A20-6E81-8BCF570B46B3}"/>
              </a:ext>
            </a:extLst>
          </p:cNvPr>
          <p:cNvSpPr txBox="1">
            <a:spLocks/>
          </p:cNvSpPr>
          <p:nvPr/>
        </p:nvSpPr>
        <p:spPr>
          <a:xfrm>
            <a:off x="1143000" y="1676400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Project </a:t>
            </a:r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eview</a:t>
            </a:r>
          </a:p>
        </p:txBody>
      </p:sp>
      <p:graphicFrame>
        <p:nvGraphicFramePr>
          <p:cNvPr id="33" name="Title 1">
            <a:extLst>
              <a:ext uri="{FF2B5EF4-FFF2-40B4-BE49-F238E27FC236}">
                <a16:creationId xmlns:a16="http://schemas.microsoft.com/office/drawing/2014/main" id="{E34BA40F-E23C-8D1D-9BA6-9E7DAB15117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44832782"/>
              </p:ext>
            </p:extLst>
          </p:nvPr>
        </p:nvGraphicFramePr>
        <p:xfrm>
          <a:off x="892232" y="1676399"/>
          <a:ext cx="10407535" cy="440851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02916994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4DD6E11-E2FF-CF99-BEEF-E828980B05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660DEF6-88FC-7B0E-A602-B236EA66FAB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40AF6FF3-D216-43F1-7B0D-294D70FA46D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9A82AC0-4158-F4E5-F423-B6C14D5A7D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C9E36AB-0C14-6528-2360-27FC007E80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99E276FA-5A47-5003-394C-8C1B58D1CE5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Graphic 7" descr="Game controller">
            <a:extLst>
              <a:ext uri="{FF2B5EF4-FFF2-40B4-BE49-F238E27FC236}">
                <a16:creationId xmlns:a16="http://schemas.microsoft.com/office/drawing/2014/main" id="{AF9DD715-A846-27E0-50C2-E78CBC2645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301" y="2675345"/>
            <a:ext cx="2839380" cy="2839380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B05494C1-7F4B-6901-DC8E-EAC265E98855}"/>
              </a:ext>
            </a:extLst>
          </p:cNvPr>
          <p:cNvSpPr txBox="1">
            <a:spLocks/>
          </p:cNvSpPr>
          <p:nvPr/>
        </p:nvSpPr>
        <p:spPr>
          <a:xfrm>
            <a:off x="878301" y="1475476"/>
            <a:ext cx="3810000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4000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Key Achievements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3B4546E4-29D4-0EBF-B7C6-02F0EA590F86}"/>
              </a:ext>
            </a:extLst>
          </p:cNvPr>
          <p:cNvSpPr/>
          <p:nvPr/>
        </p:nvSpPr>
        <p:spPr>
          <a:xfrm>
            <a:off x="4307301" y="1003836"/>
            <a:ext cx="7194883" cy="582325"/>
          </a:xfrm>
          <a:prstGeom prst="roundRect">
            <a:avLst>
              <a:gd name="adj" fmla="val 10000"/>
            </a:avLst>
          </a:prstGeom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2D87B778-17A6-6019-4DA9-9A685945FB57}"/>
              </a:ext>
            </a:extLst>
          </p:cNvPr>
          <p:cNvSpPr/>
          <p:nvPr/>
        </p:nvSpPr>
        <p:spPr>
          <a:xfrm>
            <a:off x="4307300" y="2093020"/>
            <a:ext cx="7194883" cy="582325"/>
          </a:xfrm>
          <a:prstGeom prst="roundRect">
            <a:avLst>
              <a:gd name="adj" fmla="val 10000"/>
            </a:avLst>
          </a:prstGeom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2D87B778-17A6-6019-4DA9-9A685945FB57}"/>
              </a:ext>
            </a:extLst>
          </p:cNvPr>
          <p:cNvSpPr/>
          <p:nvPr/>
        </p:nvSpPr>
        <p:spPr>
          <a:xfrm>
            <a:off x="4307300" y="3312223"/>
            <a:ext cx="7194883" cy="582325"/>
          </a:xfrm>
          <a:prstGeom prst="roundRect">
            <a:avLst>
              <a:gd name="adj" fmla="val 10000"/>
            </a:avLst>
          </a:prstGeom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DBFCBE53-BB5E-083A-7A66-67BC75F74A3D}"/>
              </a:ext>
            </a:extLst>
          </p:cNvPr>
          <p:cNvSpPr/>
          <p:nvPr/>
        </p:nvSpPr>
        <p:spPr>
          <a:xfrm>
            <a:off x="4307300" y="4398351"/>
            <a:ext cx="7194883" cy="582325"/>
          </a:xfrm>
          <a:prstGeom prst="roundRect">
            <a:avLst>
              <a:gd name="adj" fmla="val 10000"/>
            </a:avLst>
          </a:prstGeom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8AB7EE55-7325-2EA3-8824-B9A5E0554C6E}"/>
              </a:ext>
            </a:extLst>
          </p:cNvPr>
          <p:cNvSpPr/>
          <p:nvPr/>
        </p:nvSpPr>
        <p:spPr>
          <a:xfrm>
            <a:off x="4307299" y="5637534"/>
            <a:ext cx="7194883" cy="582325"/>
          </a:xfrm>
          <a:prstGeom prst="roundRect">
            <a:avLst>
              <a:gd name="adj" fmla="val 10000"/>
            </a:avLst>
          </a:prstGeom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2" name="Title 1">
            <a:extLst>
              <a:ext uri="{FF2B5EF4-FFF2-40B4-BE49-F238E27FC236}">
                <a16:creationId xmlns:a16="http://schemas.microsoft.com/office/drawing/2014/main" id="{5CA63C17-6AD0-CCC7-72B4-E28AEC0F953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137794"/>
              </p:ext>
            </p:extLst>
          </p:nvPr>
        </p:nvGraphicFramePr>
        <p:xfrm>
          <a:off x="4307305" y="637674"/>
          <a:ext cx="7194883" cy="55826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</p:spTree>
    <p:extLst>
      <p:ext uri="{BB962C8B-B14F-4D97-AF65-F5344CB8AC3E}">
        <p14:creationId xmlns:p14="http://schemas.microsoft.com/office/powerpoint/2010/main" val="369340760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959</TotalTime>
  <Words>971</Words>
  <Application>Microsoft Office PowerPoint</Application>
  <PresentationFormat>Widescreen</PresentationFormat>
  <Paragraphs>84</Paragraphs>
  <Slides>11</Slides>
  <Notes>11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7" baseType="lpstr">
      <vt:lpstr>Aptos</vt:lpstr>
      <vt:lpstr>Aptos Display</vt:lpstr>
      <vt:lpstr>Arial</vt:lpstr>
      <vt:lpstr>Calibri</vt:lpstr>
      <vt:lpstr>Times New Roman</vt:lpstr>
      <vt:lpstr>Office Theme</vt:lpstr>
      <vt:lpstr>ML and Cheaters</vt:lpstr>
      <vt:lpstr>PowerPoint Presentation</vt:lpstr>
      <vt:lpstr>Introduction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Denae Faith Liong</dc:creator>
  <cp:lastModifiedBy>Denae Faith Liong</cp:lastModifiedBy>
  <cp:revision>1</cp:revision>
  <dcterms:created xsi:type="dcterms:W3CDTF">2026-04-30T16:13:03Z</dcterms:created>
  <dcterms:modified xsi:type="dcterms:W3CDTF">2026-05-05T23:06:44Z</dcterms:modified>
</cp:coreProperties>
</file>